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Timing-driven place weights critical nets in the wirelength objective. On the starter, plain HPWL is fifty-two but timing-weighted HPWL is one hundred sixteen because the four-pin net carries weight five. The compact golden drops timing-weighted cost to thirty.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 each net’s HPWL by its criticality weight and sum. Heavy weights pull critical nets shorter even when plain HPWL looks fine. Always report both plain and weighted totals so you can see what the objective actually optimized.</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starter, plain HPWL is fifty-two, but timing-weighted HPWL is one hundred sixteen because the four-pin net carries weight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 each net’s bbox HPWL by its criticality and sum. The critical ABCD net alone contributes five times sixteen equals eighty on the starter.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compact golden cuts the critical bbox sharply. Timing-weighted HPWL falls from one hundred sixteen to thirty while plain HPWL hits fourteen.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placement can look fine on plain HPWL while the critical net stays long. Timing labs demand both numbers so the objective is visible.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Timing-driven place is still wirelength—just weighted. Remember one hundred sixteen to thirty on this instance, and never drop the plain HPWL report.</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**timing-driven-place**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Timing-driven placement</a:t>
            </a:r>
          </a:p>
          <a:p>
            <a:pPr algn="ctr">
              <a:lnSpc>
                <a:spcPts val="2200"/>
              </a:lnSpc>
              <a:spcBef>
                <a:spcPts val="1400"/>
              </a:spcBef>
            </a:pPr>
            <a:r>
              <a:rPr sz="2600" b="0">
                <a:solidFill>
                  <a:srgbClr val="333333"/>
                </a:solidFill>
                <a:latin typeface="Calibri"/>
              </a:rPr>
              <a:t>Timing-driven place weights critical nets in the wirelength objective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Multiply each net’s HPWL by its criticality weight and sum</a:t>
            </a:r>
          </a:p>
          <a:p>
            <a:pPr lvl="0" marL="457200" indent="-228600">
              <a:buFont typeface="Calibri"/>
              <a:spcAft>
                <a:spcPts val="1000"/>
              </a:spcAft>
              <a:buSzPct val="100000"/>
              <a:buChar char="•"/>
              <a:lnSpc>
                <a:spcPts val="2200"/>
              </a:lnSpc>
            </a:pPr>
            <a:r>
              <a:rPr sz="2000" b="0">
                <a:solidFill>
                  <a:srgbClr val="333333"/>
                </a:solidFill>
                <a:latin typeface="Calibri"/>
              </a:rPr>
              <a:t>Heavy weights pull critical nets shorter even when plain HPWL looks fine</a:t>
            </a:r>
          </a:p>
          <a:p>
            <a:pPr lvl="0" marL="457200" indent="-228600">
              <a:buFont typeface="Calibri"/>
              <a:spcAft>
                <a:spcPts val="1000"/>
              </a:spcAft>
              <a:buSzPct val="100000"/>
              <a:buChar char="•"/>
              <a:lnSpc>
                <a:spcPts val="2200"/>
              </a:lnSpc>
            </a:pPr>
            <a:r>
              <a:rPr sz="2000" b="0">
                <a:solidFill>
                  <a:srgbClr val="333333"/>
                </a:solidFill>
                <a:latin typeface="Calibri"/>
              </a:rPr>
              <a:t>Always report both plain and weighted totals so you can see what the objective actually</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Plain HPWL hides critical nets</a:t>
            </a:r>
          </a:p>
        </p:txBody>
      </p:sp>
      <p:pic>
        <p:nvPicPr>
          <p:cNvPr id="3" name="Picture 2" descr="01-plain-vs-weight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Plain HPWL hides critical nets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Weighted sum of net HPWLs</a:t>
            </a:r>
          </a:p>
        </p:txBody>
      </p:sp>
      <p:pic>
        <p:nvPicPr>
          <p:cNvPr id="3" name="Picture 2" descr="02-weight-math.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Weighted sum of net HPWLs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Golden timing cost drops to thirty</a:t>
            </a:r>
          </a:p>
        </p:txBody>
      </p:sp>
      <p:pic>
        <p:nvPicPr>
          <p:cNvPr id="3" name="Picture 2" descr="03-golden-timing.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Golden timing cost drops to thirty</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Always quote plain and weighted</a:t>
            </a:r>
          </a:p>
        </p:txBody>
      </p:sp>
      <p:pic>
        <p:nvPicPr>
          <p:cNvPr id="3" name="Picture 2" descr="04-both-report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Always quote plain and weighted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Weights change what you optimize</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Weights change what you optimize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timing-driven-place</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timing driven place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