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Spreading pushes overlapping or near pairs apart until a minimum pairwise distance holds. Start from the triple-overlap demo at one point, run the lite spreader, and confirm every pair clears the threshold without sending HPWL to infinity.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any pair sits closer than minDist, push them along their separation vector. Finish with a deterministic repair pass so the result is stable. Spreading is a legality proxy—not full row-site legalization.</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overlap demo stacks A, B, and C on (4,4). Min pairwise distance is zero—illegal for any site-aware flow, perfect for a spreading lesson.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any pair sits closer than minDist, push them along their separation vector. Repeated passes peel the triple stack into distinct points.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 spreader separates A, B, and C until every pair clears about zero point five. D, E, and F barely move.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Clearing min distance is not row legalization or site snapping. It is a teaching stand-in so overlap stops hiding behind pretty HPWL.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triple-overlap seed, spread to minDist zero point five, and confirm every pair clears the threshold. Then revisit wirelength.</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**spread-legalize-lite** lab from the tools shelf. Load the starter placement, run the algorithm once, and read HPWL—and density when the panel shows it.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`tiny_place.json`, run the algorithm with a deterministic seed, and print coordinates plus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celebrating HPWL while cells pile into one bin; ignoring fixed pads A and D; mixing bbox and clique models in one report; keeping only the final SA iterate instead of the best; and forgetting that timing weights change the objective, not just the label.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Spreading / overlap relief</a:t>
            </a:r>
          </a:p>
          <a:p>
            <a:pPr algn="ctr">
              <a:lnSpc>
                <a:spcPts val="2200"/>
              </a:lnSpc>
              <a:spcBef>
                <a:spcPts val="1400"/>
              </a:spcBef>
            </a:pPr>
            <a:r>
              <a:rPr sz="2600" b="0">
                <a:solidFill>
                  <a:srgbClr val="333333"/>
                </a:solidFill>
                <a:latin typeface="Calibri"/>
              </a:rPr>
              <a:t>Spreading pushes overlapping or near pairs apart until a minimum pairwise distance holds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While any pair sits closer than minDist, push them along their separation vector</a:t>
            </a:r>
          </a:p>
          <a:p>
            <a:pPr lvl="0" marL="457200" indent="-228600">
              <a:buFont typeface="Calibri"/>
              <a:spcAft>
                <a:spcPts val="1000"/>
              </a:spcAft>
              <a:buSzPct val="100000"/>
              <a:buChar char="•"/>
              <a:lnSpc>
                <a:spcPts val="2200"/>
              </a:lnSpc>
            </a:pPr>
            <a:r>
              <a:rPr sz="2000" b="0">
                <a:solidFill>
                  <a:srgbClr val="333333"/>
                </a:solidFill>
                <a:latin typeface="Calibri"/>
              </a:rPr>
              <a:t>Finish with a deterministic repair pass so the result is stable</a:t>
            </a:r>
          </a:p>
          <a:p>
            <a:pPr lvl="0" marL="457200" indent="-228600">
              <a:buFont typeface="Calibri"/>
              <a:spcAft>
                <a:spcPts val="1000"/>
              </a:spcAft>
              <a:buSzPct val="100000"/>
              <a:buChar char="•"/>
              <a:lnSpc>
                <a:spcPts val="2200"/>
              </a:lnSpc>
            </a:pPr>
            <a:r>
              <a:rPr sz="2000" b="0">
                <a:solidFill>
                  <a:srgbClr val="333333"/>
                </a:solidFill>
                <a:latin typeface="Calibri"/>
              </a:rPr>
              <a:t>Spreading is a legality proxy, not full row-site legalization</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Triple overlap at one point</a:t>
            </a:r>
          </a:p>
        </p:txBody>
      </p:sp>
      <p:pic>
        <p:nvPicPr>
          <p:cNvPr id="3" name="Picture 2" descr="01-triple-overlap.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Triple overlap at one point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Push near pairs apart</a:t>
            </a:r>
          </a:p>
        </p:txBody>
      </p:sp>
      <p:pic>
        <p:nvPicPr>
          <p:cNvPr id="3" name="Picture 2" descr="02-push-apar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Push near pairs apart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After spread: min distance holds</a:t>
            </a:r>
          </a:p>
        </p:txBody>
      </p:sp>
      <p:pic>
        <p:nvPicPr>
          <p:cNvPr id="3" name="Picture 2" descr="03-after-sprea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After spread: min distance holds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Spreading is a legality proxy</a:t>
            </a:r>
          </a:p>
        </p:txBody>
      </p:sp>
      <p:pic>
        <p:nvPicPr>
          <p:cNvPr id="3" name="Picture 2" descr="04-legality-prox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Spreading is a legality proxy</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Relieve overlap before celebrating WL</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Relieve overlap before celebrating WL</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spread-legalize-lite</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placement,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`tiny_place.json`,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spread legalize lite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