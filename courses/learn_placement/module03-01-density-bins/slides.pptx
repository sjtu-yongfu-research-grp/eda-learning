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Density bins count cells on a grid and sum overflow above capacity. On a two-by-two grid with capacity one, both starter and golden still overflow by two—compact HPWL does not automatically mean legal density. Raise capacity to two on golden and overflow drops to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each cell to a bin by coordinates, count occupants, then overflow equals sum of max(zero, count minus capacity). Report HPWL and overflow together. A pretty wirelength with piled bins fails the density half of placement.</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Density bins count cells on a regular grid. Default teaching grid is two-by-two over [0,8]×[0,8]. Capacity one means each bin may hold one cell before overflow.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spread starter with capacity one, two bins hold two cells each. Overflow sums to two even though HPWL is already fifty-two.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Compact HPWL fourteen still piles three cells into one bin. Overflow remains two at capacity one—pretty wirelength is not automatic legality.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capacity two on the golden placement, overflow drops to one. Capacity is part of the spec—quote it with the overflow number.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report wirelength and bin overflow. A placement that wins HPWL while stacking bins fails the density half of the story.</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**density-bins**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Density bins and overflow</a:t>
            </a:r>
          </a:p>
          <a:p>
            <a:pPr algn="ctr">
              <a:lnSpc>
                <a:spcPts val="2200"/>
              </a:lnSpc>
              <a:spcBef>
                <a:spcPts val="1400"/>
              </a:spcBef>
            </a:pPr>
            <a:r>
              <a:rPr sz="2600" b="0">
                <a:solidFill>
                  <a:srgbClr val="333333"/>
                </a:solidFill>
                <a:latin typeface="Calibri"/>
              </a:rPr>
              <a:t>Density bins count cells on a grid and sum overflow above capacity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Assign each cell to a bin by coordinates</a:t>
            </a:r>
          </a:p>
          <a:p>
            <a:pPr lvl="0" marL="457200" indent="-228600">
              <a:buFont typeface="Calibri"/>
              <a:spcAft>
                <a:spcPts val="1000"/>
              </a:spcAft>
              <a:buSzPct val="100000"/>
              <a:buChar char="•"/>
              <a:lnSpc>
                <a:spcPts val="2200"/>
              </a:lnSpc>
            </a:pPr>
            <a:r>
              <a:rPr sz="2000" b="0">
                <a:solidFill>
                  <a:srgbClr val="333333"/>
                </a:solidFill>
                <a:latin typeface="Calibri"/>
              </a:rPr>
              <a:t>Report HPWL and overflow together</a:t>
            </a:r>
          </a:p>
          <a:p>
            <a:pPr lvl="0" marL="457200" indent="-228600">
              <a:buFont typeface="Calibri"/>
              <a:spcAft>
                <a:spcPts val="1000"/>
              </a:spcAft>
              <a:buSzPct val="100000"/>
              <a:buChar char="•"/>
              <a:lnSpc>
                <a:spcPts val="2200"/>
              </a:lnSpc>
            </a:pPr>
            <a:r>
              <a:rPr sz="2000" b="0">
                <a:solidFill>
                  <a:srgbClr val="333333"/>
                </a:solidFill>
                <a:latin typeface="Calibri"/>
              </a:rPr>
              <a:t>A pretty wirelength with piled bins fails the density half of placement</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Partition the die into bins</a:t>
            </a:r>
          </a:p>
        </p:txBody>
      </p:sp>
      <p:pic>
        <p:nvPicPr>
          <p:cNvPr id="3" name="Picture 2" descr="01-grid-ide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Partition the die into bins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overflows by two</a:t>
            </a:r>
          </a:p>
        </p:txBody>
      </p:sp>
      <p:pic>
        <p:nvPicPr>
          <p:cNvPr id="3" name="Picture 2" descr="02-starter-overflow.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Starter overflows by two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Golden also overflows at cap one</a:t>
            </a:r>
          </a:p>
        </p:txBody>
      </p:sp>
      <p:pic>
        <p:nvPicPr>
          <p:cNvPr id="3" name="Picture 2" descr="03-golden-still-overflow.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Golden also overflows at cap one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Raise capacity to ease overflow</a:t>
            </a:r>
          </a:p>
        </p:txBody>
      </p:sp>
      <p:pic>
        <p:nvPicPr>
          <p:cNvPr id="3" name="Picture 2" descr="04-raise-capacit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Raise capacity to ease overflow</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HPWL and density travel together</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HPWL and density travel together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density-bins</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density bins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