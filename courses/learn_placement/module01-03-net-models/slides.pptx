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Multi-pin nets need a model before you optimize. Bounding-box HPWL is the usual report. Clique sums every pairwise HPWL; star sums spokes from a hub. On the golden four-pin net ABCD, bbox HPWL is four, clique is sixteen, and star-from-A is eight—same pins, different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Bbox is cheap and standard. Clique overestimates affinity on multi-pin nets. Star depends on the hub choice. Use one model for the reported objective and say which—mixing them in one table is how goldens quietly disagree.</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golden four-pin net A–B–C–D, the bounding box is two by two, so bbox HPWL is four. That is the cheap, standard teaching metric.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Clique wirelength adds HPWL of every pairwise edge among the four pins. On golden ABCD that sum is sixteen—four times the bbox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 sums spokes from a hub to every other pin. With hub A on golden ABCD, star HPWL is eight—between bbox four and clique sixteen.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Bbox four, star-from-A eight, clique sixteen. Pick one model for the reported objective and say which—mixing models is how goldens quietly disagree.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one wirelength model in the objective and in the report. The rest of the course quotes bbox HPWL unless a lab explicitly asks for clique or star.</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**net-models**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Net models for wirelength</a:t>
            </a:r>
          </a:p>
          <a:p>
            <a:pPr algn="ctr">
              <a:lnSpc>
                <a:spcPts val="2200"/>
              </a:lnSpc>
              <a:spcBef>
                <a:spcPts val="1400"/>
              </a:spcBef>
            </a:pPr>
            <a:r>
              <a:rPr sz="2600" b="0">
                <a:solidFill>
                  <a:srgbClr val="333333"/>
                </a:solidFill>
                <a:latin typeface="Calibri"/>
              </a:rPr>
              <a:t>Multi-pin nets need a model before you optimize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Bbox is cheap and standard</a:t>
            </a:r>
          </a:p>
          <a:p>
            <a:pPr lvl="0" marL="457200" indent="-228600">
              <a:buFont typeface="Calibri"/>
              <a:spcAft>
                <a:spcPts val="1000"/>
              </a:spcAft>
              <a:buSzPct val="100000"/>
              <a:buChar char="•"/>
              <a:lnSpc>
                <a:spcPts val="2200"/>
              </a:lnSpc>
            </a:pPr>
            <a:r>
              <a:rPr sz="2000" b="0">
                <a:solidFill>
                  <a:srgbClr val="333333"/>
                </a:solidFill>
                <a:latin typeface="Calibri"/>
              </a:rPr>
              <a:t>Clique overestimates affinity on multi-pin nets</a:t>
            </a:r>
          </a:p>
          <a:p>
            <a:pPr lvl="0" marL="457200" indent="-228600">
              <a:buFont typeface="Calibri"/>
              <a:spcAft>
                <a:spcPts val="1000"/>
              </a:spcAft>
              <a:buSzPct val="100000"/>
              <a:buChar char="•"/>
              <a:lnSpc>
                <a:spcPts val="2200"/>
              </a:lnSpc>
            </a:pPr>
            <a:r>
              <a:rPr sz="2000" b="0">
                <a:solidFill>
                  <a:srgbClr val="333333"/>
                </a:solidFill>
                <a:latin typeface="Calibri"/>
              </a:rPr>
              <a:t>Star depends on the hub choice</a:t>
            </a:r>
          </a:p>
          <a:p>
            <a:pPr lvl="0" marL="457200" indent="-228600">
              <a:buFont typeface="Calibri"/>
              <a:spcAft>
                <a:spcPts val="1000"/>
              </a:spcAft>
              <a:buSzPct val="100000"/>
              <a:buChar char="•"/>
              <a:lnSpc>
                <a:spcPts val="2200"/>
              </a:lnSpc>
            </a:pPr>
            <a:r>
              <a:rPr sz="2000" b="0">
                <a:solidFill>
                  <a:srgbClr val="333333"/>
                </a:solidFill>
                <a:latin typeface="Calibri"/>
              </a:rPr>
              <a:t>Use one model for the reported objective and say which</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Bbox HPWL is the default report</a:t>
            </a:r>
          </a:p>
        </p:txBody>
      </p:sp>
      <p:pic>
        <p:nvPicPr>
          <p:cNvPr id="3" name="Picture 2" descr="01-bbox-defaul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Bbox HPWL is the default report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Clique sums every pair</a:t>
            </a:r>
          </a:p>
        </p:txBody>
      </p:sp>
      <p:pic>
        <p:nvPicPr>
          <p:cNvPr id="3" name="Picture 2" descr="02-clique-mode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Clique sums every pair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 depends on the hub</a:t>
            </a:r>
          </a:p>
        </p:txBody>
      </p:sp>
      <p:pic>
        <p:nvPicPr>
          <p:cNvPr id="3" name="Picture 2" descr="03-star-mode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 depends on the hub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Same pins, three numbers</a:t>
            </a:r>
          </a:p>
        </p:txBody>
      </p:sp>
      <p:pic>
        <p:nvPicPr>
          <p:cNvPr id="3" name="Picture 2" descr="04-compare-model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Same pins, three numbers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Name the model you optimize</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Name the model you optimize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net-models</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net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