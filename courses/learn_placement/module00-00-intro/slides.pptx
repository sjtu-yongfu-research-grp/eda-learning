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 design asks: where does each cell go so wires stay short and density stays legal? That is placement. This course teaches global placement algorithms as full implementations on a tiny six-cell instance—so you build literacy for legalization, congestion, and routing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You’ll start with half-perimeter wirelength and net models, then force-directed, quadratic, analytical, and simulated-annealing place. Density bins and spreading teach legality proxies. Timing-driven place weights critical nets. One algorithm per lab. Full implementations at course scale—not production throughput, but complete and correct on the scoped instance.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folders use hierarchical ids: section, then algorithm slot—like module two dash zero one for force-directed place. That way we can add algorithms later without renumbering everything. Odd slots leave room for inserts. Treat published ids as stable keys; display order lives in the module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lab module offers two practice tracks. Track A is implement: code the algorithm, run the tiny placement, report metrics. Track B is the browser lab shelf for visual intuition. A good rhythm is browser first for the idea, then implement to harden it. Intro and wrap modules have no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each module, read the README for outcomes, pick a track—or both—then work the checklist. Keep HPWL as your habit. When this intro checklist is done, continue to half-perimeter wirelength—the shared language every later algorithm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Welcome to placement for EDA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Physical design asks: where does each cell go so wires stay short and density stays legal?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learn_placement — 00 intro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What you’ll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Simulated-annealing place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Density bins and spreading teach legality proxies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Timing-driven place weights critical nets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One algorithm per lab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Full implementations at course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learn_placement — 00 intro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Stable module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Module folders use hierarchical ids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way we can add algorithms later without renumbering everything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Odd slots leave room for inserts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Treat published ids as stable keys; display order lives in the module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learn_placement — 00 intro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Two tracks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Every lab module offers two practice tracks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Track A is implement: code the algorithm, run the tiny placement, report metrics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Track B is the browser lab shelf for visual intuition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good rhythm is browser first for the idea, then implement to harden it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Intro and wrap modules have no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learn_placement — 00 intro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How to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 each module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Keep HPWL as your habit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this intro checklist is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learn_placement — 00 intro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