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You’ve walked the placement path—from HPWL and net models, through force, quadratic, analytical, and SA search, into density bins, spreading, and timing-weighted objectives, plus an offline compare habit. This wrap names what you can do now and where to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compute HPWL, compare net models, and run global-place loops that improve wirelength. You know why density bins matter and how spreading relieves overlap. You can weight critical nets. You are not shipping a foundry placer—you are building algorithm literacy for the PD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mainly watched browser labs, go back and finish at least one full implementation in foundations and one in global place. If you mainly coded, re-open any skipped visual labs. Either track works for self-study; both together stick best before legalization or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 steps are learn legalization—for snapping and overlap removal—and learn congestion, where density maps feed routing capacity. Keep your tiny-placement harness—you’ll reuse the I/O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 wrap checklist. Name three algorithms and one strength each. Say which idea you’d use when a net is timing-critical. When you’re ready, take the short quiz, then open the next course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Placement path complete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You’ve walked the placement path, from HPWL and net models, through force, quadratic, analytical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can do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can compute HPWL, compare net models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know why density bins matter and how spreading relieves overlap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can weight critical nets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are not shipping a foundry placer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 the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mainly watched browser labs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mainly coded, re-open any skipped visual labs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Either track works for self-study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 steps are learn legalization, for snapping and overlap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Review the wrap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three algorithms and one strength each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Say which idea you’d use when a net is timing-critical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you’re ready, take the short quiz, then open the next course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learn_placement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