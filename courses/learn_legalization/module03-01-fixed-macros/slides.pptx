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Macro D is locked at (8, 4) on the top row—width two blocks sites eight and nine. Run Abacus with fixed macros: D never moves, movables pack around the obstacle, and the run stays legal with displacement four on this instance.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Fixed cells are placed first; occupied intervals block shelf and Abacus trials on that row. Legality adds a macro check—any drift off the lock fails. Movable cells must route around macro sites, not slide through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Macro legalization adds one precondition to the Abacus sketch: place locked cells first. Their site intervals become obstacles for every later try-place on that row.</a:t>
            </a:r>
          </a:p>
          <a:p/>
          <a:p>
            <a:r>
              <a:t>Open this module's examples file and find the Pseudocode section. That written sketch is what you implement on the implement track and what the browser challenges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legality line in the sketch is new too—if D drifts off eight comma four, the packing fails even when overlaps are gone. On this instance Abacus still finishes legal with displacement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Cell D is a fixed macro at (8, 4) on the top row—width two covers sites eight and nine. Every legalizer must leave D untouched while packing movables around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Abacus with the fixed map: D is placed first, occupied sites on row four block C from sliding into the macro. Movable cells trial rows respecting blocked intervals.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Abacus with fixed macros, D remains at (8, 4). Legality report includes a macro check—any drift off the lock fails the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D fixed, Abacus still legalizes A, B, C, E, and F with total displacement four—the same as the unconstrained Abacus run on this instance because D never moved in either.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 lands on row four at x four—left of E at zero, right of the macro gap. Packing algorithms must treat fixed macros as obstacles, not soft preferences.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 track, open the **fixed-macros** lab from the tools shelf. Open the interactive lab, place or snap cells on the site and row grid—or use an Apply helper—then Check. Reveal golden is study-only. Work the challenges that lock the goldens, then come back to implement the same loop yourself.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implement track, open this module's EXAMPLES.md Pseudocode section and the course common solvers. Parse `tiny_legal.json`, run the algorithm with deterministic coordinates, and print legality, displacement, and HPWL. Match the browser goldens before you claim the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traps: assuming snap alone legalizes; forgetting site width when checking overlap; ignoring fixed macro D at (8, 4); reporting HPWL without legality; and comparing Abacus and Tetris without naming displacement versus wirelength tradeoffs.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Implement until your metrics match the starter goldens. When you're ready, take the short quiz, then continue to the next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Fixed macros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Macro D is locked at (8, 4) on the top row, width two blocks sites eight and nine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fixed macros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Fixed cells are placed first; occupied intervals block shelf and Abacus trials on that row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Legality adds a macro check, any drift off the lock fails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Movable cells must route around macro sites, not slide through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fixed macros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Pseudocode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Macro legalization adds one precondition to the Abacus sketch: place locked cells first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Their site intervals become obstacles for every later try-place on that row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this module's examples file and find the Pseudocode section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That written sketch is what you implement on the implement track and what the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fixed macros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 legality line in the sketch is new too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this instance Abacus still finishes legal with displacement four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fixed macros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INPUT: positions, widths, fixed F (e.g. D@(8,4))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OUTPUT: legal pack; macros never move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place every f in F at locked (x,y)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run Abacus/Tetris on movables only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F intervals block try-place / left-pack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fail legality if any macro drifted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GOLDEN: D stays (8,4); Abacus disp=4; legal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fixed macros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Macro D locked at (8, 4)</a:t>
            </a:r>
          </a:p>
        </p:txBody>
      </p:sp>
      <p:pic>
        <p:nvPicPr>
          <p:cNvPr id="3" name="Picture 2" descr="01-d-lo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Macro D locked at (8, 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fixed macros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Abacus with fixed macros</a:t>
            </a:r>
          </a:p>
        </p:txBody>
      </p:sp>
      <p:pic>
        <p:nvPicPr>
          <p:cNvPr id="3" name="Picture 2" descr="02-abacus-f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Abacus with fixed macros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fixed macros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D never moves</a:t>
            </a:r>
          </a:p>
        </p:txBody>
      </p:sp>
      <p:pic>
        <p:nvPicPr>
          <p:cNvPr id="3" name="Picture 2" descr="03-d-never-mo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D never moves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fixed macros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Still legal, displacement 4</a:t>
            </a:r>
          </a:p>
        </p:txBody>
      </p:sp>
      <p:pic>
        <p:nvPicPr>
          <p:cNvPr id="3" name="Picture 2" descr="04-still-leg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222489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Still legal, displacement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fixed macros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Movables avoid macro sites</a:t>
            </a:r>
          </a:p>
        </p:txBody>
      </p:sp>
      <p:pic>
        <p:nvPicPr>
          <p:cNvPr id="3" name="Picture 2" descr="05-avoid-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Movables avoid macro sites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fixed macros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 lab track, open the </a:t>
            </a:r>
            <a:r>
              <a:rPr sz="2000" b="1">
                <a:solidFill>
                  <a:srgbClr val="333333"/>
                </a:solidFill>
                <a:latin typeface="Calibri"/>
              </a:rPr>
              <a:t>fixed-macros</a:t>
            </a:r>
            <a:r>
              <a:rPr sz="2000" b="0">
                <a:solidFill>
                  <a:srgbClr val="333333"/>
                </a:solidFill>
                <a:latin typeface="Calibri"/>
              </a:rPr>
              <a:t> lab from the tools shelf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the interactive lab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Reveal golden is study-only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Work the challenges that lock the goldens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fixed macros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implement track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Parse `tiny_legal.json`, run the algorithm with deterministic coordinates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Match the browser goldens before you claim the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fixed macros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Common traps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fixed macros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Implement until your metrics match the starter goldens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you're ready, take the short quiz, then continue to the next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fixed macros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