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Legalization snaps cells to a discrete grid. Our teaching chip is twelve sites wide and six high—three rows with bottoms at y zero, two, and four. Cell widths A through D are two sites; E and F are one. Total width ten fits inside twelve with room to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cell sits on exactly one row with a lower-left coordinate aligned to site pitch one. Width tells you how many consecutive sites the rectangle covers. The golden packing is legal; the overlap seed stacks A, B, and C at (4, 2) to show what illegal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Pseudocode is the written sketch of the algorithm before you code it. For this module the sketch is the site and row model itself: inputs are chip size, site pitch, row bottoms, and cell widths. Outputs are the rules every legal packing must obey.</a:t>
            </a:r>
          </a:p>
          <a:p/>
          <a:p>
            <a:r>
              <a:t>Open this module's examples file and find the Pseudocode section. That written sketch is what you implement on the implement track and what the browser challenges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sketch as a contract. Every cell lower-left sits on a site and a row bottom. Width tells how many consecutive sites the rectangle covers. Our teaching chip is twelve by six with three rows—that is the instance every later lab shares.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Legalization lives on a discrete canvas: chip width twelve sites, height six (three rows of height two). Row bottoms sit at y equals zero, two, and four. Every movable cell must land on a row and align to site pitch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cells A through F occupy ten sites total—two sites each for A–D and one each for E and F. Width drives how many consecutive sites a rectangle spans when you pack a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vertical tick is one site. Legal x coordinates are integers; a width-two cell at x equals four covers sites four and five on its row. The golden packing shows legal site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reference legal layout spreads A and B on row zero, C on row one, and E plus D on row top. No overlap, every cell on-row and site-aligned—this is the teaching golden.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overlap seed stacks A, B, and C at (4, 2) on the middle row—same width-two cells fighting for the same sites. Legality fails before you even discuss wirelength.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 track, open the **site-row-model** lab from the tools shelf. Open the interactive lab, place or snap cells on the site and row grid—or use an Apply helper—then Check. Reveal golden is study-only. Work the challenges that lock the goldens, then come back to implement the same loop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implement track, open this module's EXAMPLES.md Pseudocode section and the course common solvers. Parse `tiny_legal.json`, run the algorithm with deterministic coordinates, and print legality, displacement, and HPWL. Match the browser goldens before you claim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traps: assuming snap alone legalizes; forgetting site width when checking overlap; ignoring fixed macro D at (8, 4); reporting HPWL without legality; and comparing Abacus and Tetris without naming displacement versus wirelength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Implement until your metrics match the starter goldens. When you're ready, take the short quiz, then continue to the next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Site and row model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Legalization snaps cells to a discrete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site row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Every cell sits on exactly one row with a lower-left coordinate aligned to site pitch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Width tells you how many consecutive sites the rectangle covers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golden packing is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site row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Pseudocode is the written sketch of the algorithm before you code it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this module the sketch is the site and row model itself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Outputs are the rules every legal packing must obey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this module's examples file and find the Pseudocode section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written sketch is what you implement on the implement track and what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site row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Read the sketch as a contract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Every cell lower-left sits on a site and a row bottom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Width tells how many consecutive sites the rectangle covers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Our teaching chip is twelve by six with three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site row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INPUT: chip W×H, siteW, rowH, rows Y[], widths w[c]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OUTPUT: legal coordinate rules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for each cell c: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x multiple of siteW; y in Y[]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occupies [x, x+w[c]) × [y, y+rowH)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GOLDEN: W=12 H=6 siteW=1 rowH=2 Y={0,2,4}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widths A–D=2 E–F=1 (total 10 ≤ 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site row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Twelve-by-six chip, three rows</a:t>
            </a:r>
          </a:p>
        </p:txBody>
      </p:sp>
      <p:pic>
        <p:nvPicPr>
          <p:cNvPr id="3" name="Picture 2" descr="01-empty-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22248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Twelve-by-six chip, three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site row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Cell widths A–D = 2, E–F = 1</a:t>
            </a:r>
          </a:p>
        </p:txBody>
      </p:sp>
      <p:pic>
        <p:nvPicPr>
          <p:cNvPr id="3" name="Picture 2" descr="02-cell-wid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22248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Cell widths A–D = 2, E–F =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site row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Site pitch equals one</a:t>
            </a:r>
          </a:p>
        </p:txBody>
      </p:sp>
      <p:pic>
        <p:nvPicPr>
          <p:cNvPr id="3" name="Picture 2" descr="03-site-p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Site pitch equals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site row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 legal packing</a:t>
            </a:r>
          </a:p>
        </p:txBody>
      </p:sp>
      <p:pic>
        <p:nvPicPr>
          <p:cNvPr id="3" name="Picture 2" descr="04-golden-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 legal packing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site row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Contrast: illegal overlap stack</a:t>
            </a:r>
          </a:p>
        </p:txBody>
      </p:sp>
      <p:pic>
        <p:nvPicPr>
          <p:cNvPr id="3" name="Picture 2" descr="05-overlap-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Contrast: illegal overlap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site row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 track, open the </a:t>
            </a:r>
            <a:r>
              <a:rPr sz="2000" b="1">
                <a:solidFill>
                  <a:srgbClr val="333333"/>
                </a:solidFill>
                <a:latin typeface="Calibri"/>
              </a:rPr>
              <a:t>site-row-model</a:t>
            </a:r>
            <a:r>
              <a:rPr sz="2000" b="0">
                <a:solidFill>
                  <a:srgbClr val="333333"/>
                </a:solidFill>
                <a:latin typeface="Calibri"/>
              </a:rPr>
              <a:t> lab from the tools shelf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the interactive lab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Reveal golden is study-only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Work the challenges that lock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site row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implement track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Parse `tiny_legal.json`, run the algorithm with deterministic coordinates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the browser goldens before you claim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site row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Common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site row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until your metrics match the starter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you're ready, take the short quiz, then continue to the next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site row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