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Toy legalizers teach mechanism. Benchmarks teach honesty. Run the same tiny_legal instance through your code and, when available, a reference tool—then compare legality, displacement, HPWL, and runtime without pretending the numbers are sign-off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Identical input JSON, same row/site rules, fixed seeds if randomized. Report the same metrics on both sides. Missing reference tools? Still run your harness and document the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engines may be slower—that is fine. Look for legal outputs, stable displacement totals, and plausible HPWL. Unexplained huge wins usually mean unequal metrics or skipped legality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EXAMPLES.md, fill the comparison table, finish the checklist, then continue to the wrap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Offline benchmark compare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Toy legalizers teach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01 offline benchmark compare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Fair compare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Identical input JSON, same row/site rules, fixed seeds if randomized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Report the same metrics on both sides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Missing reference tools?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Still run your harness and document 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01 offline benchmark compare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good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Educational engines may be slower, that is fine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Look for legal outputs, stable displacement totals, and plausible HPWL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Unexplained huge wins usually mean unequal metrics or skipped legality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01 offline benchmark compare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Follow EXAMPLES.md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learn_legalization — 01 offline benchmark compare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