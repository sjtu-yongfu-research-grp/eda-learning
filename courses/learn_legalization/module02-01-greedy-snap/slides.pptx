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placement leaves fractional coordinates—the float seed puts A near (3.7, 1.2) and B near (4.1, 1.4). Greedy snap rounds x to the nearest site and y to the nearest row. A lands at (4, 2)—the same site as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Snap quantizes coordinates but does not remove overlap. After snap, A and B still fail with overlap A/B. Teaching point: snap is necessary, not sufficient—you need overlap removal or Abacus packing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Greedy snap is the first written loop after global place. Pseudocode here has one pass: for each movable cell, round x to a site and y to the nearest row. Fixed macros stay put.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important line in the sketch is the note after the loop: snap does not remove overlap. On the float starter, A and B both land at four comma two—so legality still fails until a packer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global placement, cells sit at fractional coordinates—A near (3.7, 1.2), B near (4.1, 1.4). Nothing is site-aligned yet; that is the float seed for greedy snap.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Greedy snap rounds x to the nearest site and y to the nearest row. A lands at (4, 2)—same as B. C snaps to (5, 2). D, E, and F snap to their row neighbors.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snap, A and B still share (4, 2). The legality report again says overlap A/B. Snap alone does not legalize—it only quantizes coordinates.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often assume rounding fixes everything. On this instance greedy snap creates the same middle-row pile as the integer overlap seed. Legalization needs a second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snap with per-row packing or Abacus row assignment. Overlap removal spreads A, B, C along row two; Abacus spreads them across rows with lower displacement.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 track, open the **greedy-snap** lab from the tools shelf. Open the interactive lab, place or snap cells on the site and row grid—or use an Apply helper—then Check. Reveal golden is study-only. Work the challenges that lock the goldens, then come back to implement the same loop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implement track, open this module's EXAMPLES.md Pseudocode section and the course common solvers. Parse `tiny_legal.json`, run the algorithm with deterministic coordinates, and print legality, displacement, and HPWL. Match the browser goldens before you claim the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traps: assuming snap alone legalizes; forgetting site width when checking overlap; ignoring fixed macro D at (8, 4); reporting HPWL without legality; and comparing Abacus and Tetris without naming displacement versus wirelength tradeoffs.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Implement until your metrics match the starter goldens. When you're ready, take the short quiz, then continue to the next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Greedy snap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Global placement leaves fractional coordinates, the float seed puts A near (3.7, 1.2) and B near (4.1, 1.4)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Snap quantizes coordinates but does not remove overlap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After snap, A and B still fail with overlap A/B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Teaching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Greedy snap is the first written loop after global place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Pseudocode here has one pass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Fixed macros stay put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important line in the sketch is the note after the loop: snap does not remove overlap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the float starter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float positions, widths, rows Y[], chip W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snapped positions (may still overlap)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for each movable cell c: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  x ← round(x) clamped to [0, W−w[c]]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  y ← nearest row in Y[]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fixed macros: keep locked (x,y)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NOTE: snap ≠ legal — A,B may share a site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 float: A→(4,2), B→(4,2) still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Float placement from global place</a:t>
            </a:r>
          </a:p>
        </p:txBody>
      </p:sp>
      <p:pic>
        <p:nvPicPr>
          <p:cNvPr id="3" name="Picture 2" descr="01-float-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Float placement from global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Snap every cell to nearest site</a:t>
            </a:r>
          </a:p>
        </p:txBody>
      </p:sp>
      <p:pic>
        <p:nvPicPr>
          <p:cNvPr id="3" name="Picture 2" descr="02-snap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Snap every cell to nearest 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Still illegal: A/B overlap</a:t>
            </a:r>
          </a:p>
        </p:txBody>
      </p:sp>
      <p:pic>
        <p:nvPicPr>
          <p:cNvPr id="3" name="Picture 2" descr="03-still-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Still illegal: A/B overlap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Teaching point: snap ≠ legal</a:t>
            </a:r>
          </a:p>
        </p:txBody>
      </p:sp>
      <p:pic>
        <p:nvPicPr>
          <p:cNvPr id="3" name="Picture 2" descr="04-snap-not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Teaching point: snap ≠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Next: overlap removal / Abacus</a:t>
            </a:r>
          </a:p>
        </p:txBody>
      </p:sp>
      <p:pic>
        <p:nvPicPr>
          <p:cNvPr id="3" name="Picture 2" descr="05-next-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Next: overlap removal / Abacus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 track, open the </a:t>
            </a:r>
            <a:r>
              <a:rPr sz="2000" b="1">
                <a:solidFill>
                  <a:srgbClr val="333333"/>
                </a:solidFill>
                <a:latin typeface="Calibri"/>
              </a:rPr>
              <a:t>greedy-snap</a:t>
            </a:r>
            <a:r>
              <a:rPr sz="2000" b="0">
                <a:solidFill>
                  <a:srgbClr val="333333"/>
                </a:solidFill>
                <a:latin typeface="Calibri"/>
              </a:rPr>
              <a:t> lab from the tools shelf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the interactive lab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Reveal golden is study-only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Work the challenges that lock the goldens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Parse `tiny_legal.json`, run the algorithm with deterministic coordinates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browser goldens before you claim the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until your metrics match the starter goldens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you're ready, take the short quiz, then continue to the next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learn_legalization — 01 greedy snap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