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Legalization cost combines HPWL and displacement: cost equals HPWL plus lambda times displacement from the pre-legalize layout. Abacus on the overlap seed reports HPWL thirty-eight and displacement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Lambda one gives cost forty-two; lambda five gives cost fifty-eight on the same legal Abacus result. Higher lambda favors staying near global placement even when wirelength could be slightly better under a different packer.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module’s pseudocode is a cost function, not a packer. After you have a legal layout, compute displacement and HPWL, then combine them with lambda.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Plug in the Abacus goldens: thirty-eight plus lambda times four. Lambda one costs forty-two; lambda five costs fifty-eight. Higher lambda means the sketch favors staying near the global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Legalization objectives often combine wirelength with a displacement penalty from the pre-legalize layout. Lambda controls how hard you resist moving cells away from global 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Abacus on the overlap seed yields HPWL thirty-eight and displacement four versus the illegal starter. That is the Pareto point with lower movement.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lambda one, cost equals thirty-eight plus four equals forty-two. Displacement is cheap—one HPWL point buys one unit of movement in the objective.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Raise lambda to five: cost becomes thirty-eight plus five times four equals fifty-eight. The same legal layout looks expensive when you punish displacement heavily.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lambda is large, algorithms that minimize displacement—Abacus over Tetris—win the combined cost even if HPWL is slightly worse. Quote λ whenever you compare legalizers.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 track, open the **displacement-hpwl** lab from the tools shelf. Open the interactive lab, place or snap cells on the site and row grid—or use an Apply helper—then Check. Reveal golden is study-only. Work the challenges that lock the goldens, then come back to implement the same loop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open this module's EXAMPLES.md Pseudocode section and the course common solvers. Parse `tiny_legal.json`, run the algorithm with deterministic coordinates, and print legality, displacement, and HPWL. Match the browser goldens before you claim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traps: assuming snap alone legalizes; forgetting site width when checking overlap; ignoring fixed macro D at (8, 4); reporting HPWL without legality; and comparing Abacus and Tetris without naming displacement versus wirelength tradeoffs.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Implement until your metrics match the starter goldens. When you're ready, take the short quiz, then continue to the next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Displacement versus HPWL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Legalization cost combines HPWL and displacement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Lambda one gives cost forty-two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Higher lambda favors staying near global placement even when wirelength could be slightly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This module’s pseudocode is a cost function, not a packer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you have a legal layout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Plug in the Abacus goldens: thirty-eight plus lambda times four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Lambda one costs forty-two; lambda five costs fifty-eight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Higher lambda means the sketch favors staying near the global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legal positions, origin, nets, λ≥0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cost, HPWL, disp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disp ← Σ|Δx|+|Δy| vs origin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HPWL ← Σ net bbox (cell centers)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cost ← HPWL + λ · disp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 Abacus: HPWL=38 disp=4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λ=1 → 42;  λ=5 →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Cost = HPWL + λ · displacement</a:t>
            </a:r>
          </a:p>
        </p:txBody>
      </p:sp>
      <p:pic>
        <p:nvPicPr>
          <p:cNvPr id="3" name="Picture 2" descr="01-cost-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Cost = HPWL + λ · displacement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Abacus vs overlap origin</a:t>
            </a:r>
          </a:p>
        </p:txBody>
      </p:sp>
      <p:pic>
        <p:nvPicPr>
          <p:cNvPr id="3" name="Picture 2" descr="02-abacus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Abacus vs overlap origin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λ = 1 → cost 42</a:t>
            </a:r>
          </a:p>
        </p:txBody>
      </p:sp>
      <p:pic>
        <p:nvPicPr>
          <p:cNvPr id="3" name="Picture 2" descr="03-lambd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λ = 1 → cost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λ = 5 → cost 58</a:t>
            </a:r>
          </a:p>
        </p:txBody>
      </p:sp>
      <p:pic>
        <p:nvPicPr>
          <p:cNvPr id="3" name="Picture 2" descr="04-lambda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λ = 5 → cost 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Higher λ favors staying put</a:t>
            </a:r>
          </a:p>
        </p:txBody>
      </p:sp>
      <p:pic>
        <p:nvPicPr>
          <p:cNvPr id="3" name="Picture 2" descr="05-lambda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22248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Higher λ favors staying 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 track, open the </a:t>
            </a:r>
            <a:r>
              <a:rPr sz="2000" b="1">
                <a:solidFill>
                  <a:srgbClr val="333333"/>
                </a:solidFill>
                <a:latin typeface="Calibri"/>
              </a:rPr>
              <a:t>displacement-hpwl</a:t>
            </a:r>
            <a:r>
              <a:rPr sz="2000" b="0">
                <a:solidFill>
                  <a:srgbClr val="333333"/>
                </a:solidFill>
                <a:latin typeface="Calibri"/>
              </a:rPr>
              <a:t> lab from the tools shelf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interactive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Reveal golden is study-only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Work the challenges that lock the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Parse `tiny_legal.json`, run the algorithm with deterministic coordinates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browser goldens before you claim the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until your metrics match the starter goldens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you're ready, take the short quiz, then continue to the next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03 displacement hpwl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