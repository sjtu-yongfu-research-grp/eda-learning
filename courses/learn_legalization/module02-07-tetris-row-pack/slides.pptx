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Tetris-lite assigns each cell to its nearest row, then left-packs like overlap removal. On the overlap seed the result matches overlap removal: A at four, B at six, C at eight on row two—legal, displacement six, HPWL thirty-two.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Tetris is simpler than Abacus but moves cells farther on this toy. Contrast disp six versus Abacus disp four. Trade simpler control flow against a tighter displacement budget and slightly higher HPWL when Abacus wins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Tetris pseudocode is shorter than Abacus on purpose. First assign each cell to its nearest row and freeze that choice. Then reuse the per-row left pack from overlap removal.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teaching seed, same numbers as overlap removal: displacement six, HPWL thirty-two. Write the compare line in the sketch so you remember Abacus spends search to cut displacement to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Tetris-lite assigns each cell to its nearest row, then left-packs within the row—same engine as overlap removal. Start from the triple stack at (4,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B, and C stay on middle row two after snap. Sort by x and pack: A at four, B at six, C at eight—identical to overlap removal on this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Tetris legalizes with displacement six and HPWL thirty-two—the overlap-removal golden. Same coordinates, same metrics: this is the global legalize path in later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Abacus spreads A, B, C across three rows for displacement four. Tetris keeps them on one row and moves farther in x—six total L1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Tetris is easier to implement and slightly better on HPWL for this toy. Abacus is the choice when displacement budget is tight—preview the detailed-vs-global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 track, open the **tetris-row-pack** lab from the tools shelf. Open the interactive lab, place or snap cells on the site and row grid—or use an Apply helper—then Check. Reveal golden is study-only. Work the challenges that lock the goldens, then come back to implement the same loop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open this module's EXAMPLES.md Pseudocode section and the course common solvers. Parse `tiny_legal.json`, run the algorithm with deterministic coordinates, and print legality, displacement, and HPWL. Match the browser goldens before you claim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traps: assuming snap alone legalizes; forgetting site width when checking overlap; ignoring fixed macro D at (8, 4); reporting HPWL without legality; and comparing Abacus and Tetris without naming displacement versus wirelength tradeoffs.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Implement until your metrics match the starter goldens. When you're ready, take the short quiz, then continue to the next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Tetris row packing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Tetris-lite assigns each cell to its nearest row, then left-packs like overlap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Tetris is simpler than Abacus but moves cells farther on this toy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Contrast disp six versus Abacus disp four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Trade simpler control flow against a tighter displacement budget and slightly higher HPWL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Tetris pseudocode is shorter than Abacus on purpose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First assign each cell to its nearest row and freeze that choice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reuse the per-row left pack from overlap removal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Same teaching seed, same numbers as overlap removal: displacement six, HPWL thirty-two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compare line in the sketch so you remember Abacus spends search to cut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positions, widths, rows Y[], fixed macros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legal packing (shelf / Tetris-lite)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movable c: y ← nearest row (freeze)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then per-row left pack (see overlap removal)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GOLDEN: A@4 B@6 C@8 on y=2; disp=6; HPWL=32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COMPARE: Abacus disp=4 (more search)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Same overlap seed</a:t>
            </a:r>
          </a:p>
        </p:txBody>
      </p:sp>
      <p:pic>
        <p:nvPicPr>
          <p:cNvPr id="3" name="Picture 2" descr="01-overlap-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Same overlap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Nearest row, then left pack</a:t>
            </a:r>
          </a:p>
        </p:txBody>
      </p:sp>
      <p:pic>
        <p:nvPicPr>
          <p:cNvPr id="3" name="Picture 2" descr="02-nearest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Nearest row, then left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Result: disp 6, HPWL 32</a:t>
            </a:r>
          </a:p>
        </p:txBody>
      </p:sp>
      <p:pic>
        <p:nvPicPr>
          <p:cNvPr id="3" name="Picture 2" descr="03-tetris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Result: disp 6, HPWL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Contrast Abacus disp 4</a:t>
            </a:r>
          </a:p>
        </p:txBody>
      </p:sp>
      <p:pic>
        <p:nvPicPr>
          <p:cNvPr id="3" name="Picture 2" descr="04-contrast-aba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Contrast Abacus disp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Tradeoff: simpler vs better displacement</a:t>
            </a:r>
          </a:p>
        </p:txBody>
      </p:sp>
      <p:pic>
        <p:nvPicPr>
          <p:cNvPr id="3" name="Picture 2" descr="05-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Tradeoff: simpler vs better displacement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 track, open the </a:t>
            </a:r>
            <a:r>
              <a:rPr sz="2000" b="1">
                <a:solidFill>
                  <a:srgbClr val="333333"/>
                </a:solidFill>
                <a:latin typeface="Calibri"/>
              </a:rPr>
              <a:t>tetris-row-pack</a:t>
            </a:r>
            <a:r>
              <a:rPr sz="2000" b="0">
                <a:solidFill>
                  <a:srgbClr val="333333"/>
                </a:solidFill>
                <a:latin typeface="Calibri"/>
              </a:rPr>
              <a:t> lab from the tools shelf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interactive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Reveal golden is study-only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Work the challenges that lock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Parse `tiny_legal.json`, run the algorithm with deterministic coordinates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browser goldens before you claim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until your metrics match the starter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you're ready, take the short quiz, then continue to the next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07 tetris row pack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