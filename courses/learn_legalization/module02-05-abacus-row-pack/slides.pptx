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Abacus-lite processes cells by increasing x and tries every row. For each trial it finds the leftmost legal site and picks the row with minimum L1 displacement from the origin. On the overlap seed: A at (4, 2), B at (4, 0), C at (4,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Cross-row spread beats single-row shelf pack on displacement—four versus six here—with HPWL thirty-eight versus thirty-two for Tetris. Abacus is the detailed legalizer in this course: more search, less movement.</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Abacus-lite processes movables by increasing original x. From the same overlap seed as overlap removal, it tries each row and picks the placement with minimum L1 displacement.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Cell A tries rows zero, two, four—picks row two at x four (zero displacement). B chooses row zero at x four. C chooses row four at x four. Cross-row spread beats single-row pack.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Abacus layout: A on middle row, B on bottom, C on top—all at x equals four but on different rows. D, E, F stay at their seed coordinates.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Abacus displacement is four versus six for overlap removal / Tetris on this seed. You pay three HPWL points—thirty-eight versus thirty-two—for staying closer to global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Abacus is the detailed legalizer in this course: try rows, pick min displacement. Use it when staying near global coordinates matters more than the last HPWL point.</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**abacus-row-pack** lab from the tools shelf. Load the overlap or float starter, run the legalizer once, and read legality plus displacement and HPWL when the panel shows them.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`tiny_legal.json`, run the algorithm with deterministic coordinates, and print legality, displacement, and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assuming snap alone legalizes; forgetting site width when checking overlap; ignoring fixed macro D at (8, 4); reporting HPWL without legality; and comparing Abacus and Tetris without naming displacement versus wirelength tradeoffs.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Abacus row packing</a:t>
            </a:r>
          </a:p>
          <a:p>
            <a:pPr algn="ctr">
              <a:lnSpc>
                <a:spcPts val="2200"/>
              </a:lnSpc>
              <a:spcBef>
                <a:spcPts val="1400"/>
              </a:spcBef>
            </a:pPr>
            <a:r>
              <a:rPr sz="2600" b="0">
                <a:solidFill>
                  <a:srgbClr val="333333"/>
                </a:solidFill>
                <a:latin typeface="Calibri"/>
              </a:rPr>
              <a:t>Abacus-lite processes cells by increasing x and tries every row</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Cross-row spread beats single-row shelf pack on displacement</a:t>
            </a:r>
          </a:p>
          <a:p>
            <a:pPr lvl="0" marL="457200" indent="-228600">
              <a:buFont typeface="Calibri"/>
              <a:spcAft>
                <a:spcPts val="1000"/>
              </a:spcAft>
              <a:buSzPct val="100000"/>
              <a:buChar char="•"/>
              <a:lnSpc>
                <a:spcPts val="2200"/>
              </a:lnSpc>
            </a:pPr>
            <a:r>
              <a:rPr sz="2000" b="0">
                <a:solidFill>
                  <a:srgbClr val="333333"/>
                </a:solidFill>
                <a:latin typeface="Calibri"/>
              </a:rPr>
              <a:t>Abacus is the detailed legalizer in this course: more search, less movement</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from overlap seed</a:t>
            </a:r>
          </a:p>
        </p:txBody>
      </p:sp>
      <p:pic>
        <p:nvPicPr>
          <p:cNvPr id="3" name="Picture 2" descr="01-overlap-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from overlap seed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Process by x: try each row</a:t>
            </a:r>
          </a:p>
        </p:txBody>
      </p:sp>
      <p:pic>
        <p:nvPicPr>
          <p:cNvPr id="3" name="Picture 2" descr="02-try-rows.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Process by x: try each row</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Result: A@4,2 B@4,0 C@4,4</a:t>
            </a:r>
          </a:p>
        </p:txBody>
      </p:sp>
      <p:pic>
        <p:nvPicPr>
          <p:cNvPr id="3" name="Picture 2" descr="03-abacus-resul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Result: A@4,2 B@4,0 C@4,4</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Lower displacement than Tetris</a:t>
            </a:r>
          </a:p>
        </p:txBody>
      </p:sp>
      <p:pic>
        <p:nvPicPr>
          <p:cNvPr id="3" name="Picture 2" descr="04-vs-overlap-removal.png"/>
          <p:cNvPicPr>
            <a:picLocks noChangeAspect="1"/>
          </p:cNvPicPr>
          <p:nvPr/>
        </p:nvPicPr>
        <p:blipFill>
          <a:blip r:embed="rId2"/>
          <a:stretch>
            <a:fillRect/>
          </a:stretch>
        </p:blipFill>
        <p:spPr>
          <a:xfrm>
            <a:off x="548640" y="1143000"/>
            <a:ext cx="9222489"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Lower displacement than Tetris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Abacus minimizes movement</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Abacus minimizes movement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abacus-row-pack</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overlap or float starter, run the legalizer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`tiny_legal.json`, run the algorithm with deterministic coordinates</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05 abacus row pack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