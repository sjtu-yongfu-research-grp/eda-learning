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Abacus-lite processes cells by increasing x and tries every row. For each trial it finds the leftmost legal site and picks the row with minimum L1 displacement from the origin. On the overlap seed: A at (4, 2), B at (4, 0), C at (4,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Cross-row spread beats single-row shelf pack on displacement—four versus six here—with HPWL thirty-eight versus thirty-two for Tetris. Abacus is the detailed legalizer in this course: more search, less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 needs a nested loop in pseudocode: outer cells in x order, inner trial of every row. For each trial you compute leftmost legal x and an L1 cost back to the origin, then keep the cheapest row.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 macros sit first so their intervals block later trials. On the overlap seed the sketch lands A at four two, B at four zero, C at four four—displacement four and HPWL thirty-eight, tighter movement than Tetris.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Abacus-lite processes movables by increasing original x. From the same overlap seed as overlap removal, it tries each row and picks the placement with minimum L1 displacement.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A tries rows zero, two, four—picks row two at x four (zero displacement). B chooses row zero at x four. C chooses row four at x four. Cross-row spread beats single-row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Abacus layout: A on middle row, B on bottom, C on top—all at x equals four but on different rows. D, E, F stay at their seed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 displacement is four versus six for overlap removal / Tetris on this seed. You pay three HPWL points—thirty-eight versus thirty-two—for staying closer to global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 is the detailed legalizer in this course: try rows, pick min displacement. Use it when staying near global coordinates matters more than the last HPWL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**abacus-row-pack** lab from the tools shelf. Open the interactive lab, place or snap cells on the site and row grid—or use an Apply helper—then Check. Reveal golden is study-only. Work the challenges that lock the goldens, then come back to implement the same loop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open this module's EXAMPLES.md Pseudocode section and the course common solvers. Parse `tiny_legal.json`, run the algorithm with deterministic coordinates, and print legality, displacement, and HPWL. Match the browser goldens before you claim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traps: assuming snap alone legalizes; forgetting site width when checking overlap; ignoring fixed macro D at (8, 4); reporting HPWL without legality; and comparing Abacus and Tetris without naming displacement versus wirelength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Implement until your metrics match the starter goldens. When you're ready, take the short quiz, then continue to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Abacus row packing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Abacus-lite processes cells by increasing x and tries every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Cross-row spread beats single-row shelf pack on displacement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Abacus is the detailed legalizer in this course: more search, less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Abacus needs a nested loop in pseudocode: outer cells in x order, inner trial of every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trial you compute leftmost legal x and an L1 cost back to the origin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Fixed macros sit first so their intervals block later trials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overlap seed the sketch lands A at four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origin, widths, rows Y[], fixed macros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legal pack minimizing Σ L1 move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place fixed macros first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order ← movables by origin.x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cell c in order: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for each row y: trial leftmost legal x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keep (x,y) with min |Δx|+|Δy| to origin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place c at best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GOLDEN: A(4,2) B(4,0) C(4,4); disp=4; HPWL=38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 from overlap seed</a:t>
            </a:r>
          </a:p>
        </p:txBody>
      </p:sp>
      <p:pic>
        <p:nvPicPr>
          <p:cNvPr id="3" name="Picture 2" descr="01-overlap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Start from overlap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Process by x: try each row</a:t>
            </a:r>
          </a:p>
        </p:txBody>
      </p:sp>
      <p:pic>
        <p:nvPicPr>
          <p:cNvPr id="3" name="Picture 2" descr="02-try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2248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Process by x: try each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Result: A@4,2 B@4,0 C@4,4</a:t>
            </a:r>
          </a:p>
        </p:txBody>
      </p:sp>
      <p:pic>
        <p:nvPicPr>
          <p:cNvPr id="3" name="Picture 2" descr="03-abacus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Result: A@4,2 B@4,0 C@4,4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Lower displacement than Tetris</a:t>
            </a:r>
          </a:p>
        </p:txBody>
      </p:sp>
      <p:pic>
        <p:nvPicPr>
          <p:cNvPr id="3" name="Picture 2" descr="04-vs-overlap-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22248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Lower displacement than Tetris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Abacus minimizes movement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Abacus minimizes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 track, open the </a:t>
            </a:r>
            <a:r>
              <a:rPr sz="2000" b="1">
                <a:solidFill>
                  <a:srgbClr val="333333"/>
                </a:solidFill>
                <a:latin typeface="Calibri"/>
              </a:rPr>
              <a:t>abacus-row-pack</a:t>
            </a:r>
            <a:r>
              <a:rPr sz="2000" b="0">
                <a:solidFill>
                  <a:srgbClr val="333333"/>
                </a:solidFill>
                <a:latin typeface="Calibri"/>
              </a:rPr>
              <a:t> lab from the tools shelf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interactive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Reveal golden is study-only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Work the challenges that lock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Parse `tiny_legal.json`, run the algorithm with deterministic coordinates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browser goldens before you claim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until your metrics match the starter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you're ready, take the short quiz, then continue to the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05 abacus row pack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