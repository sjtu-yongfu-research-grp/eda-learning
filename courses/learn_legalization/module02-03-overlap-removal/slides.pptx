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Overlap removal snaps first, then left-packs each row without changing row assignment. From the triple stack at (4, 2), A stays at four, B moves to six, C to eight on the middle row—legal with displacement six and HPWL thirty-two.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Sort movables by x within each row and place left without overlap. D, E, and F keep their seed roles on other rows. This is the same shelf pack Tetris uses—simple, deterministic, and a good global legalize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Overlap removal is a two-phase sketch: snap first, then pack each row. Pseudocode makes the phases explicit so you do not merge them into one vague “fix overlaps” bullet.</a:t>
            </a:r>
          </a:p>
          <a:p/>
          <a:p>
            <a:r>
              <a:t>Open this module's examples file and find the Pseudocode section. That written sketch is what you implement on the implement track and what the browser challenges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Inside each row, sort by x and place left without interval overlap, skipping fixed macro blocks. On the teaching seed that yields A at four, B at six, C at eight on the middle row—displacement six, HPWL thirty-two.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overlap seed piles three width-two cells on the middle row at x equals four. Greedy snap would leave the same conflict—overlap removal snaps first, then packs each row left-to-right.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Snapping the overlap seed does not separate A, B, and C—they remain on (4, 2). Overlap removal keeps their row assignment and resolves x conflicts by packing.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row y equals two, sort by x and place left without overlap: A at four, B at six, C at eight. Each width-two cell occupies two consecutive sites—now legal on that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overlap removal on the seed is legal with total displacement six and HPWL thirty-two. D, E, and F never moved from their overlap-seed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Macro-sized D stays at (8, 4), E at (0, 4), F at (10, 0). Overlap removal only repacked the crowded middle row—fixed-looking cells on other rows are untouched.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 track, open the **overlap-removal** lab from the tools shelf. Open the interactive lab, place or snap cells on the site and row grid—or use an Apply helper—then Check. Reveal golden is study-only. Work the challenges that lock the goldens, then come back to implement the same loop yourself.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implement track, open this module's EXAMPLES.md Pseudocode section and the course common solvers. Parse `tiny_legal.json`, run the algorithm with deterministic coordinates, and print legality, displacement, and HPWL. Match the browser goldens before you claim the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traps: assuming snap alone legalizes; forgetting site width when checking overlap; ignoring fixed macro D at (8, 4); reporting HPWL without legality; and comparing Abacus and Tetris without naming displacement versus wirelength tradeoffs.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Implement until your metrics match the starter goldens. When you're ready, take the short quiz, then continue to the next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Overlap removal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Overlap removal snaps first, then left-packs each row without changing row assignment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overlap removal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Sort movables by x within each row and place left without overlap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D, E, and F keep their seed roles on other rows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This is the same shelf pack Tetris uses, simple, deterministic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overlap removal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Pseudocode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Overlap removal is a two-phase sketch: snap first, then pack each row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Pseudocode makes the phases explicit so you do not merge them into one vague “fix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this module's examples file and find the Pseudocode section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That written sketch is what you implement on the implement track and what the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overlap removal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Algorithm sketch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Inside each row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the teaching seed that yields A at four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overlap removal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Algorithm sketch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INPUT: positions, widths, rows, fixed macros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OUTPUT: legal packing (if capacity allows)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snap all movables to sites/rows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for each row y: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  sort movables by x; left-pack (skip macros)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report legal?, disp, HPWL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GOLDEN: A@4 B@6 C@8 on y=2; disp=6; HPWL=32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overlap removal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A, B, C stacked at (4, 2)</a:t>
            </a:r>
          </a:p>
        </p:txBody>
      </p:sp>
      <p:pic>
        <p:nvPicPr>
          <p:cNvPr id="3" name="Picture 2" descr="01-overlap-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A, B, C stacked at (4,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overlap removal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After snap: still stacked</a:t>
            </a:r>
          </a:p>
        </p:txBody>
      </p:sp>
      <p:pic>
        <p:nvPicPr>
          <p:cNvPr id="3" name="Picture 2" descr="02-after-sn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After snap: still stacked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overlap removal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Per-row pack: A@4, B@6, C@8</a:t>
            </a:r>
          </a:p>
        </p:txBody>
      </p:sp>
      <p:pic>
        <p:nvPicPr>
          <p:cNvPr id="3" name="Picture 2" descr="03-row-p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Per-row pack: A@4, B@6, C@8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overlap removal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Legal: disp 6, HPWL 32</a:t>
            </a:r>
          </a:p>
        </p:txBody>
      </p:sp>
      <p:pic>
        <p:nvPicPr>
          <p:cNvPr id="3" name="Picture 2" descr="04-legal-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Legal: disp 6, HPWL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overlap removal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D, E, F unchanged</a:t>
            </a:r>
          </a:p>
        </p:txBody>
      </p:sp>
      <p:pic>
        <p:nvPicPr>
          <p:cNvPr id="3" name="Picture 2" descr="05-unchang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D, E, F unchanged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overlap removal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 lab track, open the </a:t>
            </a:r>
            <a:r>
              <a:rPr sz="2000" b="1">
                <a:solidFill>
                  <a:srgbClr val="333333"/>
                </a:solidFill>
                <a:latin typeface="Calibri"/>
              </a:rPr>
              <a:t>overlap-removal</a:t>
            </a:r>
            <a:r>
              <a:rPr sz="2000" b="0">
                <a:solidFill>
                  <a:srgbClr val="333333"/>
                </a:solidFill>
                <a:latin typeface="Calibri"/>
              </a:rPr>
              <a:t> lab from the tools shelf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the interactive lab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Reveal golden is study-only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Work the challenges that lock the goldens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overlap removal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implement track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Parse `tiny_legal.json`, run the algorithm with deterministic coordinates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Match the browser goldens before you claim the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overlap removal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Common traps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overlap removal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Implement until your metrics match the starter goldens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you're ready, take the short quiz, then continue to the next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overlap removal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