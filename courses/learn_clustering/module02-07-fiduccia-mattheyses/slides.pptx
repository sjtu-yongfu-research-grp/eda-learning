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 refines a bipartition with single-vertex moves, locking, and rollback—cousin to Kernighan–Lin, but one cell at a time. On the same bad seed that starts at cutsize twelve, FM reaches cutsize three.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 starts from the same cutsize-twelve seed, but moves one vertex at a time instead of swapping a pair. That suits hypergraph and cell-move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Highest legal move sends D to the other side with gain three. Partial progress: D joins E’s side early. Lock D and update neighbor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A flips with gain six. Cumulative gain is three plus six—nine—the same total improvement KL found with one swap. Best k equals two keeps both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 lands on the same refined bipartition as KL. Move style differs; destination quality matches on this instance. Cutsize is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 FM pass finds no improving move prefix. Stop. In real tools, FM often runs inside multilevel V-cycles with tighter balance and hyperedges.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show the seed, run FM, and compare the move list with KL’s single swap. Clear the challenges for twelve-to-three and the D-then-A prefix.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FM on the shared bad seed. Confirm moves D then A in the accepted prefix, and cut twelve to three. Re-implement selection and rollback until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rollback keeps a worse locked state. Ignoring balance lets one side empty. Stale gains after a move pick the wrong cell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 twelve to three, finish the checklist and quiz, then continue to multilevel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Fiduccia–Mattheyses refinement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FM refines a bipartition with single-vertex moves, 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Same bad seed, different move set</a:t>
            </a:r>
          </a:p>
        </p:txBody>
      </p:sp>
      <p:pic>
        <p:nvPicPr>
          <p:cNvPr id="3" name="Picture 2" descr="01-bad-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Same bad seed, different move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Move 1: flip D (gain 3)</a:t>
            </a:r>
          </a:p>
        </p:txBody>
      </p:sp>
      <p:pic>
        <p:nvPicPr>
          <p:cNvPr id="3" name="Picture 2" descr="02-move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Move 1: flip D (gain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Move 2: flip A (gain 6)</a:t>
            </a:r>
          </a:p>
        </p:txBody>
      </p:sp>
      <p:pic>
        <p:nvPicPr>
          <p:cNvPr id="3" name="Picture 2" descr="03-mov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Move 2: flip A (gain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Final ABC|DE, cutsize 3</a:t>
            </a:r>
          </a:p>
        </p:txBody>
      </p:sp>
      <p:pic>
        <p:nvPicPr>
          <p:cNvPr id="3" name="Picture 2" descr="04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Final ABC|DE, cutsize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Pass 1 confirms local optimum</a:t>
            </a:r>
          </a:p>
        </p:txBody>
      </p:sp>
      <p:pic>
        <p:nvPicPr>
          <p:cNvPr id="3" name="Picture 2" descr="05-pass1-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Pass 1 confirms local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show the seed, run FM, and compare the move list with KL’s single swap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the challenges for twelve-to-three and the D-then-A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FM on the shared bad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moves D then A in the accepted prefix, and cut twelve to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Re-implement selection and rollback until tests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FM refinement on the shared bad seed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--mode fm --seed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../module02-05-kernighan-lin/examples/seed_partition.json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rollback keeps a worse locked state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balance lets one side empty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Stale gains after a move pick the wrong cell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Reproduce twelve to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07 fiduccia mattheyses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