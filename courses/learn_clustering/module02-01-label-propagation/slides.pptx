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Label propagation grows communities by letting each node adopt the strongest neighbor label. You’ll watch the asynchronous update on the tiny graph, then measure iterations-to-stable and cutsize.</a:t>
            </a:r>
          </a:p>
          <a:p/>
          <a:p>
            <a:r>
              <a:t>&lt;!-- 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five communities—each node labeled as itself. Every node will vote using weighted neighbor labels; async updates walk nodes in order A through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a node, sum edge weights by neighbor label and take the best. Dense A–B–C and D–E pull neighbors onto shared labels quickly. Ties break lexicographically.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async sweep flips A and C onto B, and D onto E. Communities A–B–C and D–E appear immediately on this tiny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second sweep finds zero flips, so the algorithm reports two iterations to stable. Stability—not a cutsize objective—is the stopping rule. Cutsize lands at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LP is a cheap community detector—great as a seed or coarsening hint. It does not enforce balance or timing; refinement still matters on hard instances.</a:t>
            </a:r>
          </a:p>
          <a:p/>
          <a:p>
            <a:r>
              <a:t>&lt;!-- /algorithm-walkthrough --&gt;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show the initial labels, then run label propagation. Clear the challenges for two iterations, two communities, and the full golden label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Load the tiny graph and run the reference label-propagation mode. Confirm two iterations, labels grouping A–B–C versus D–E, and cutsize three. Re-implement the vote and tie-break until the unit test 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Order dependence is real—document your sweep order. Without a tie-break, goldens flake. And stopping only on max iterations without checking that nothing changed hides non-convergence.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the golden table, finish the checklist and quiz, then continue to spectral bisection.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Label propagation clustering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Label propagation grows communities by letting each node adopt the strongest neighbor label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label propagation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Initialize: each node is its own label</a:t>
            </a:r>
          </a:p>
        </p:txBody>
      </p:sp>
      <p:pic>
        <p:nvPicPr>
          <p:cNvPr id="3" name="Picture 2" descr="01-i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Initialize: each node is its own 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label propagation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Each node adopts the winning neighbor label</a:t>
            </a:r>
          </a:p>
        </p:txBody>
      </p:sp>
      <p:pic>
        <p:nvPicPr>
          <p:cNvPr id="3" name="Picture 2" descr="02-vote-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Each node adopts the winning neighbor 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label propagation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After iteration 1: already clustered</a:t>
            </a:r>
          </a:p>
        </p:txBody>
      </p:sp>
      <p:pic>
        <p:nvPicPr>
          <p:cNvPr id="3" name="Picture 2" descr="03-after-ite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After iteration 1: already clustered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label propagation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Iteration 2: no changes — stop</a:t>
            </a:r>
          </a:p>
        </p:txBody>
      </p:sp>
      <p:pic>
        <p:nvPicPr>
          <p:cNvPr id="3" name="Picture 2" descr="04-iter2-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Iteration 2: no changes — stop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label propagation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When LP helps in EDA flows</a:t>
            </a:r>
          </a:p>
        </p:txBody>
      </p:sp>
      <p:pic>
        <p:nvPicPr>
          <p:cNvPr id="3" name="Picture 2" descr="05-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When LP helps in EDA 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label propagation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 lab, show the initial labels, then run label propagation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Clear the challenges for two iterations, two communities, and the full golden label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label propagation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Load the tiny graph and run the reference label-propagation mode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Confirm two iterations, labels grouping A–B–C versus D–E, and cutsize three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Re-implement the vote and tie-break until the unit test passes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label propagation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6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# run async label propagation on the tiny graph</a:t>
            </a:r>
          </a:p>
          <a:p>
            <a:pPr>
              <a:lnSpc>
                <a:spcPts val="2200"/>
              </a:lnSpc>
              <a:spcAft>
                <a:spcPts val="6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export PYTHONPATH=../common</a:t>
            </a:r>
          </a:p>
          <a:p>
            <a:pPr>
              <a:lnSpc>
                <a:spcPts val="2200"/>
              </a:lnSpc>
              <a:spcAft>
                <a:spcPts val="6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/>
            </a:r>
          </a:p>
          <a:p>
            <a:pPr>
              <a:lnSpc>
                <a:spcPts val="2200"/>
              </a:lnSpc>
              <a:spcAft>
                <a:spcPts val="6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python ../common/solvers.py examples/tiny_graph.json --mode 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label propagation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Order dependence is real, document your sweep order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Without a tie-break, goldens flake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stopping only on max iterations without checking that nothing changed hides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label propagation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Match the golden table, finish the checklist and quiz, then continue to spectral bisection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learn_clustering — 01 label propagation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