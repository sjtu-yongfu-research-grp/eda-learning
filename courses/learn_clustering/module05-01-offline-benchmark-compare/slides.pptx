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Toy engines teach mechanism; tables teach honesty. You’ll run the same tiny instance through greedy, spectral, multilevel, and refinement from a bad seed—then optionally an external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Identical input. Fixed seeds when randomized. Same metrics. If an external tool is missing, document the gap—don’t invent goldens.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this instance, several engines agree on cutsize three for the natural clusters. Refinement shows twelve to three from a bad seed. Huge unexplained wins usually mean a metric mismatch.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the comparison table from EXAMPLES, finish the checklist, then continue to the wrap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Offline benchmark compare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Toy engines teach mechanism; tables teach honesty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offline benchmark compare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Fair compare 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Identical input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Fixed seeds when randomized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Same metrics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If an external tool is missing, document the gap, don’t invent goldens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offline benchmark compare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What good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On this instance, several engines agree on cutsize three for the natural clusters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Refinement shows twelve to three from a bad seed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Huge unexplained wins usually mean a metric mismatch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offline benchmark compare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Fill the comparison table from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learn_clustering — 01 offline benchmark compare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