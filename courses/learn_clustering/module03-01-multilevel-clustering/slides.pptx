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Multilevel clustering coarsens, partitions, then refines. You’ll watch greedy coarsening to two clusters followed by FM polish—landing on cutsize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Multilevel starts by contracting the graph. Greedy pair merge to coarseK=2 builds a projected bipartition of the original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two coarse clusters onto sides 0 and 1. This seed is already near-optimal on TINY_GRAPH — unlike BAD_SEED’s cut of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Fiduccia–Mattheyses on the projected seed. On this instance refinement keeps ABC vs DE and renames sides to P0/P1.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communities ABC|DE with P0/P1 labels. Multilevel’s value shows more on larger graphs; here it demonstrates the V-cycle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Coarsen for global structure, refine for local cut. Real placers nest this inside V-cycles with hyperedges and tighter balance — this lab is the skeleton.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run multilevel and compare with a plain greedy seed. Clear challenges for the refined ABC|DE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multilevel on the tiny graph and confirm cutsize three. Re-implement project-and-refine until the unit test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refinement leaves coarsening artifacts. Projecting labels incorrectly scrambles the fine-level seed. Too aggressive coarsening can erase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the golden, finish the checklist and quiz, then continue to hypergraph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Multilevel clustering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Multilevel clustering coarsens, partitions, then refines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Coarsen with greedy merge</a:t>
            </a:r>
          </a:p>
        </p:txBody>
      </p:sp>
      <p:pic>
        <p:nvPicPr>
          <p:cNvPr id="3" name="Picture 2" descr="01-coar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Coarsen with greedy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Project to a bipartition</a:t>
            </a:r>
          </a:p>
        </p:txBody>
      </p:sp>
      <p:pic>
        <p:nvPicPr>
          <p:cNvPr id="3" name="Picture 2" descr="02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Project to a bipartition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FM-refine on the fine graph</a:t>
            </a:r>
          </a:p>
        </p:txBody>
      </p:sp>
      <p:pic>
        <p:nvPicPr>
          <p:cNvPr id="3" name="Picture 2" descr="03-fm-re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FM-refine on the fine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Golden: cutsize 3</a:t>
            </a:r>
          </a:p>
        </p:txBody>
      </p:sp>
      <p:pic>
        <p:nvPicPr>
          <p:cNvPr id="3" name="Picture 2" descr="04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Golden: cutsize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Multilevel mindset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Multilevel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run multilevel and compare with a plain greedy seed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Clear challenges for the refined ABC|DE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multilevel on the tiny graph and confirm cutsize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Re-implement project-and-refine until the unit test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export PYTHONPATH=../common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 ../common/solvers.py examples/tiny_graph.json --mode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multilevel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refinement leaves coarsening artifacts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Projecting labels incorrectly scrambles the fine-level seed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Too aggressive coarsening can erase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golden, finish the checklist and quiz, then continue to hypergraph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multilevel clustering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