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Spectral bisection uses the graph Laplacian and its Fiedler vector to propose a balanced cut. You’ll watch the order and the chosen split land on cutsize three.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Spectral methods read connectivity from the graph Laplacian L = D − A. The Fiedler vector (second eigenvector) encodes a soft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iteration, nodes order low→high as E, D, C, B, A. E is most negative; A is most positive — natural bipartition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every balanced prefix of the order as side 0. The winning split is {D,E} vs {A,B,C} with cutsize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Spectral recovers the same communities as unconstrained greedy and LP. Teaching point: global eigenvectors can find the cut without greedy merges.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Spectral is a strong initializer for bipartition. On larger chips it pairs with multilevel; here the tiny instance is exact enough to grade against goldens.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run spectral bisection and inspect the Fiedler order. Clear challenges for cutsize three and the ABC versus DE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spectral mode on the tiny graph. Confirm cutsize three and the natural clusters. Re-implement the sweep yourself; a dense tiny eigensolve is fine at course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Ignoring balance can isolate one node. Numerical noise can scramble near-ties—use a stable sort. Disconnected graphs need explicit component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cutsize three, finish the checklist and quiz, then continue to Kernighan–Lin.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Spectral bisection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Spectral bisection uses the graph Laplacian and its Fiedler vector to propose a balanced 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Build the Laplacian</a:t>
            </a:r>
          </a:p>
        </p:txBody>
      </p:sp>
      <p:pic>
        <p:nvPicPr>
          <p:cNvPr id="3" name="Picture 2" descr="01-lapla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Build the Laplacian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Sort by Fiedler value</a:t>
            </a:r>
          </a:p>
        </p:txBody>
      </p:sp>
      <p:pic>
        <p:nvPicPr>
          <p:cNvPr id="3" name="Picture 2" descr="02-fiedler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Sort by Fiedler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Sweep prefixes for best cut</a:t>
            </a:r>
          </a:p>
        </p:txBody>
      </p:sp>
      <p:pic>
        <p:nvPicPr>
          <p:cNvPr id="3" name="Picture 2" descr="03-sweep-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Sweep prefixes for best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Result ABC|DE</a:t>
            </a:r>
          </a:p>
        </p:txBody>
      </p:sp>
      <p:pic>
        <p:nvPicPr>
          <p:cNvPr id="3" name="Picture 2" descr="04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Result ABC|DE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When spectral helps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When spectral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run spectral bisection and inspect the Fiedler order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challenges for cutsize three and the ABC versus DE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spectral mode on the tiny graph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cutsize three and the natural clusters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Re-implement the sweep yourself; a dense tiny eigensolve is fine at course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--mode spectral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balance can isolate one node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Numerical noise can scramble near-ties, use a stable sort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Disconnected graphs need explicit component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cutsize three, finish the checklist and quiz, then continue to Kernighan–Lin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spectral bisection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