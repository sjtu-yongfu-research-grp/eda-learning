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Size caps change which merges are legal. You’ll watch greedy agglomeration with capacity two on the tiny graph—and see why A–B–C can no longer form.</a:t>
            </a:r>
          </a:p>
          <a:p/>
          <a:p>
            <a:r>
              <a:t>&lt;!-- 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greedy heaviest-edge merge, but refuse any pair whose sizes sum above capacity. With capacity=2 on unit nodes, size-3 clusters are illegal.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Heaviest edge A–B at weight 5 merges first. Combined size is 2 — exactly at capacity. C cannot join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D–E merges at weight 5. Absorbing C into AB would create size 3 and is rejected, so we stop with three clusters even though target K=2.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Cut edges include A–C, B–C, C–D, C–E. Capacity cost is +5 versus the unconstrained cut of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Floorplanning and clustering often cap cluster area. Teaching point: constraints change the greedy path — you may never reach the unconstrained communities.</a:t>
            </a:r>
          </a:p>
          <a:p/>
          <a:p>
            <a:r>
              <a:t>&lt;!-- /algorithm-walkthrough 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load the starter with capacity two, then compare presets against unconstrained K equals two. Clear the challenges for blocked size-three clusters and the AB|C|DE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greedy merge with capacity two and confirm cutsize eight with parts AB|C|DE. Then lift capacity to three and recover the unconstrained ABC|DE cutsize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Forgetting to check capacity before contracting is the classic bug. Also watch stale affinities after a blocked merge candidate is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the capacity-two golden, finish the checklist and quiz, then continue to label propagation.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Size-constrained agglomerative clustering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Size caps change which merges are legal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05 size constrained agglomerative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Capacity blocks illegal merges</a:t>
            </a:r>
          </a:p>
        </p:txBody>
      </p:sp>
      <p:pic>
        <p:nvPicPr>
          <p:cNvPr id="3" name="Picture 2" descr="01-capacity-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Capacity blocks illegal merges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05 size constrained agglomerative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Merge A–B (still legal)</a:t>
            </a:r>
          </a:p>
        </p:txBody>
      </p:sp>
      <p:pic>
        <p:nvPicPr>
          <p:cNvPr id="3" name="Picture 2" descr="02-merge-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Merge A–B (still legal)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05 size constrained agglomerative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Merge D–E; C stays alone</a:t>
            </a:r>
          </a:p>
        </p:txBody>
      </p:sp>
      <p:pic>
        <p:nvPicPr>
          <p:cNvPr id="3" name="Picture 2" descr="03-merge-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Merge D–E; C stays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05 size constrained agglomerative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Result: cutsize 8</a:t>
            </a:r>
          </a:p>
        </p:txBody>
      </p:sp>
      <p:pic>
        <p:nvPicPr>
          <p:cNvPr id="3" name="Picture 2" descr="04-cut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Result: cutsize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05 size constrained agglomerative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capacity matters in EDA</a:t>
            </a:r>
          </a:p>
        </p:txBody>
      </p:sp>
      <p:pic>
        <p:nvPicPr>
          <p:cNvPr id="3" name="Picture 2" descr="05-take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Why capacity matters in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05 size constrained agglomerative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 lab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Clear the challenges for blocked size-three clusters and the AB|C|DE 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05 size constrained agglomerative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greedy merge with capacity two and confirm cutsize eight with parts AB|C|DE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Then lift capacity to three and recover the unconstrained ABC|DE cutsize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05 size constrained agglomerative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export PYTHONPATH=../common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 ../common/solvers.py examples/tiny_graph.json --k 2 --capacity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05 size constrained agglomerative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to check capacity before contracting is the classic bug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Also watch stale affinities after a blocked merge candidate is skipped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05 size constrained agglomerative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Match the capacity-two golden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05 size constrained agglomerative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