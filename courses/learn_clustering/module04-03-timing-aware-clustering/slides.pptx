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Critical nets should stay uncut. You’ll watch FM on criticality-weighted edges and land on cutsize three with weighted cut seven—protecting the A–B–C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Criticality map emphasizes path A–B–C–D: A–B=5, B–C=4, C–D=3. Cutting critical edges hurts timing more than raw wire weight suggests.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Multiply each edge by its criticality (default 1 if missing). FM now strongly prefers keeping A–B and B–C internal.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Timing-aware FM reaches ABC|DE. Plain cutsize is 3; weighted cut (criticality-scaled) is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A–B and B–C stay inside ABC. The cut uses less critical bridges C–D and C–E — acceptable plain cut, better timing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Reweighting turns the same FM kernel into a timing-aware partitioner. Students compare plain vs weighted metrics on one seed.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run timing-aware refinement from the bad seed. Confirm plain cut three and weighted cut seven.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timing-aware mode and confirm ABC versus DE, plain three, weighted seven.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Criticality of one means no boost—document defaults. Mixing plain and weighted metrics in the same table confuses compares.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the golden, finish the checklist and quiz, then continue to offline benchmark compare.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Timing-aware clustering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Critical nets should stay uncut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timing aware clustering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Mark critical edges</a:t>
            </a:r>
          </a:p>
        </p:txBody>
      </p:sp>
      <p:pic>
        <p:nvPicPr>
          <p:cNvPr id="3" name="Picture 2" descr="01-critic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Mark critical edges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timing aware clustering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Reweight then refine</a:t>
            </a:r>
          </a:p>
        </p:txBody>
      </p:sp>
      <p:pic>
        <p:nvPicPr>
          <p:cNvPr id="3" name="Picture 2" descr="02-we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Reweight then refine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timing aware clustering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Land on ABC|DE</a:t>
            </a:r>
          </a:p>
        </p:txBody>
      </p:sp>
      <p:pic>
        <p:nvPicPr>
          <p:cNvPr id="3" name="Picture 2" descr="03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Land on ABC|DE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timing aware clustering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Critical edges uncut</a:t>
            </a:r>
          </a:p>
        </p:txBody>
      </p:sp>
      <p:pic>
        <p:nvPicPr>
          <p:cNvPr id="3" name="Picture 2" descr="04-prot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Critical edges uncut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timing aware clustering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Timing as an objective</a:t>
            </a:r>
          </a:p>
        </p:txBody>
      </p:sp>
      <p:pic>
        <p:nvPicPr>
          <p:cNvPr id="3" name="Picture 2" descr="05-take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Timing as an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timing aware clustering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 lab, run timing-aware refinement from the bad seed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Confirm plain cut three and weighted cut seven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timing aware clustering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Run timing-aware mode and confirm ABC versus DE, plain three, weighted seven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timing aware clustering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 — 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export PYTHONPATH=../common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python ../common/solvers.py examples/tiny_graph.json --mode timing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--seed ../module02-05-kernighan-lin/examples/seed_partition.json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--criticality examples/criticality.json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timing aware clustering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Criticality of one means no boost, document defaults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Mixing plain and weighted metrics in the same table confuses compares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timing aware clustering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Match the golden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timing aware clustering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