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pair merge is the simplest coarsening engine that still feels like CAD: repeatedly merge the most attractive pair, update the graph, and stop when you hit a cluster count. You’ll watch the full loop on the tiny graph—affinity, contraction, and cutsize moving together.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Agglomerative clustering begins with five singletons. We repeatedly merge the highest-affinity legal pair until we hit target K—here, two clusters, with no capacity limit in the reference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Heaviest edge is A–B at weight five, so they merge first into a supernode. That protects the strongest connection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contraction, C connects to A–B with combined weight five. That ties D–E; alphabetical order merges C next, forming A–B–C.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merge joins D–E at weight five. We now have exactly two clusters: A–B–C versus D–E.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edges are C–D and C–E—total three. Greedy locked in the natural communities without backtracking. Capacity two would have blocked the size-three cluster.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starter, try the K and capacity presets, and run greedy merge. Work the challenges: unconstrained K equals two, then capacity two, then stop at K equals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reference greedy merge down to two clusters. You should land on A–B–C versus D–E with cutsize three. Re-implement contraction yourself and keep a deterministic tie-break so golden tests stay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is myopic—a great first merge can strand you with a bad global cut. Watch illegal merges that violate a size cap. And updating affinities incorrectly after contraction creates silent wrong clusters until you check cutsize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greedy pair merge end to end, hit a chosen K, and record cutsize. Complete the checklist and quiz, then continue to size-constrained agglomerative clustering—where capacity becomes a hard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Greedy pair merge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Greedy pair merge is the simplest coarsening engine that still feels like CAD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Every node starts alone</a:t>
            </a:r>
          </a:p>
        </p:txBody>
      </p:sp>
      <p:pic>
        <p:nvPicPr>
          <p:cNvPr id="3" name="Picture 2" descr="01-single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Every node starts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1: contract A–B</a:t>
            </a:r>
          </a:p>
        </p:txBody>
      </p:sp>
      <p:pic>
        <p:nvPicPr>
          <p:cNvPr id="3" name="Picture 2" descr="02-merge-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1: contract A–B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2: absorb C into AB</a:t>
            </a:r>
          </a:p>
        </p:txBody>
      </p:sp>
      <p:pic>
        <p:nvPicPr>
          <p:cNvPr id="3" name="Picture 2" descr="03-absorb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2: absorb C into 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3: contract D–E</a:t>
            </a:r>
          </a:p>
        </p:txBody>
      </p:sp>
      <p:pic>
        <p:nvPicPr>
          <p:cNvPr id="3" name="Picture 2" descr="04-merge-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3: contract D–E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Result: cutsize 3</a:t>
            </a:r>
          </a:p>
        </p:txBody>
      </p:sp>
      <p:pic>
        <p:nvPicPr>
          <p:cNvPr id="3" name="Picture 2" descr="05-final-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Result: cutsize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load the starter, try the K and capacity presets, and run greedy merge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Work the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reference greedy merge down to two clusters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should land on A–B–C versus D–E with cutsize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Re-implement contraction yourself and keep a deterministic tie-break so golden tests stay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pwd — print working directory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pwd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ls examples — confirm tiny_graph.json is present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ls examples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greedy merge to K=2 via reference solver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Greedy is myopic, a great first merge can strand you with a bad global cut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illegal merges that violate a size cap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updating affinities incorrectly after contraction creates silent wrong clusters until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greedy pair merge end to end, hit a chosen K, and record cutsize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and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greedy pair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