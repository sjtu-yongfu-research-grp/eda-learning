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bridge edges are congested, cutting them becomes expensive. You’ll watch FM under a congestion penalty and see how lambda reshapes the partition.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cutsize-12 seed AE|BCD. Congestion map marks C–D=5 and C–E=4 — cheap wire cuts may be expensive for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λ=0, boosted weights equal original weights. FM recovers ABC|DE: plain=3 but penalty=9 because both congested bridges are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λ=5, C–D and C–E become very expensive to cut. FM optimizes the boosted graph, then we report plain cut and congestion penalty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 AB|CDE: plain cut rises to 5, but congestion penalty drops to 0 — congested bridges stay 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flows rarely optimize cut alone. λ makes the congestion tax explicit so students see the Pareto move between wire and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compare lambda zero with lambda five from the same bad seed. Watch the penalty drop to zero when the congested bridge is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congestion-aware partition at lambda zero and five. Confirm plain cut three with penalty nine at lambda zero, and plain five with penalty zero at lambda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Applying congestion only after FM misses the point—weights must change before moves. Huge lambda can ignore connectivity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both lambda goldens, finish the checklist and quiz, then continue to timing-aware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Congestion-aware clustering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bridge edges are congested, cutting them becomes expensive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Start from BAD_SEED</a:t>
            </a:r>
          </a:p>
        </p:txBody>
      </p:sp>
      <p:pic>
        <p:nvPicPr>
          <p:cNvPr id="3" name="Picture 2" descr="01-bad-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Start from BAD_SEED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λ=0 → ordinary FM</a:t>
            </a:r>
          </a:p>
        </p:txBody>
      </p:sp>
      <p:pic>
        <p:nvPicPr>
          <p:cNvPr id="3" name="Picture 2" descr="02-la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λ=0 → ordinary 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Boost weights by λ·cong</a:t>
            </a:r>
          </a:p>
        </p:txBody>
      </p:sp>
      <p:pic>
        <p:nvPicPr>
          <p:cNvPr id="3" name="Picture 2" descr="03-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Boost weights by λ·cong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λ=5 → pen 0, plain 5</a:t>
            </a:r>
          </a:p>
        </p:txBody>
      </p:sp>
      <p:pic>
        <p:nvPicPr>
          <p:cNvPr id="3" name="Picture 2" descr="04-lam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λ=5 → pen 0, plain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Objective tradeoffs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Objective tradeoffs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compare lambda zero with lambda five from the same bad seed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Watch the penalty drop to zero when the congested bridge is avoided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congestion-aware partition at lambda zero and five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plain cut three with penalty nine at lambda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export PYTHONPATH=../common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 ../common/solvers.py examples/tiny_graph.json --mode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congestion --seed ../module02-05-kernighan-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lin/examples/seed_partition.json --congestion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examples/congestion.json --lambda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Applying congestion only after FM misses the point, weights must change before moves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Huge lambda can ignore connectivity entirely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both lambda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congestion aware clustering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