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Netlists are hypergraphs—one net can touch many pins. You’ll watch greedy clustering on a tiny hypergraph where multi-pin net n1 pulls A–B–C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TINY_HYPERGRAPH has four nets: multi-pin n1={A,B,C} weight 3, pair n2={D,E}, bridge n3={C,D}, and n4={A,B}. Cut counts whole nets, not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Greedy merge scores pairs by summed weights of hyperedges that contain both endpoints. A–B and A–C–B affinities favor the ABC community.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Repeated contraction yields two clusters covering ABC and DE. Only bridge net n3 is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Golden: hyperedge cut 1 (n3 only). Pairwise graph cut on a clique expansion would score differently — that is the teaching contrast.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nets touch many cells. Modeling them as hyperedges keeps the cut objective honest. Browser view clique-expands only for drawing.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load the starter hypergraph and run greedy clustering to K equals two. Confirm hyperedge cut one for ABC versus 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hypergraph greedy to K equals two. Confirm hyperedge cut one and the natural clusters.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Clique-expanding hyperedges changes the objective. Counting a cut once per hyperedge—not per pair—is required. Empty or singleton nets must be filtered.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hyperedge cut one, finish the checklist and quiz, then continue to congestion-aware clustering.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Hypergraph clustering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Netlists are hypergraphs, one net can touch many pins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hypergraph clustering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Nets are hyperedges</a:t>
            </a:r>
          </a:p>
        </p:txBody>
      </p:sp>
      <p:pic>
        <p:nvPicPr>
          <p:cNvPr id="3" name="Picture 2" descr="01-n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Nets are hyperedges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hypergraph clustering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Affinity = shared pin weight</a:t>
            </a:r>
          </a:p>
        </p:txBody>
      </p:sp>
      <p:pic>
        <p:nvPicPr>
          <p:cNvPr id="3" name="Picture 2" descr="02-affi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Affinity = shared pin weight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hypergraph clustering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Merge down to K=2</a:t>
            </a:r>
          </a:p>
        </p:txBody>
      </p:sp>
      <p:pic>
        <p:nvPicPr>
          <p:cNvPr id="3" name="Picture 2" descr="03-merge-k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Merge down to K=2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hypergraph clustering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Hyperedge cut = 1</a:t>
            </a:r>
          </a:p>
        </p:txBody>
      </p:sp>
      <p:pic>
        <p:nvPicPr>
          <p:cNvPr id="3" name="Picture 2" descr="04-cu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Hyperedge cut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hypergraph clustering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Why hypergraphs in EDA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Why hypergraphs in 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hypergraph clustering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load the starter hypergraph and run greedy clustering to K equals two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hyperedge cut one for ABC versus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hypergraph clustering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hypergraph greedy to K equals two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hyperedge cut one and the natural clusters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hypergraph clustering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export PYTHONPATH=../common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python ../common/solvers.py examples/tiny_hypergraph.json --mode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hypergraph --k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hypergraph clustering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Clique-expanding hyperedges changes the objective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Counting a cut once per hyperedge, not per pair, is required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Empty or singleton nets must be filtered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hypergraph clustering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hyperedge cut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03 hypergraph clustering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