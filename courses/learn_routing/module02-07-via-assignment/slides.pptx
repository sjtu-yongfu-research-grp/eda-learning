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detailed routes switch between M1 and M2 at vias. Our L-route with layers walks horizontal on M1 and vertical on M2—or the VH variant—and marks via equals true at the bend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Given start and goal, prefer HV walks horizontal on M1 to align columns, inserts a via segment at the bend, then walks vertical on M2. l_route_layers returns segment dicts with x y layer and optional via flag. A path from one comma one to five comma four in HV includes at least one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L places a via at the corner to switch M1→M2.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A–C layered path uses M1 then M2 with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marks via points on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Four-pin net concatenates L legs—multiple vias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Vias do not replace DRC spacing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**via-assignment**. Route A to B with HV and read via markers in the segment list. Toggle VH on the same pair and compare the bend cell and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`l_route_layers(a, b, prefer)`. Route net A–B on tiny_dr and print segments with via flags. Match the browser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the via marker at the bend. Putting horizontal motion on M2 or vertical on M1. Forgetting the final segment must land on the goal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 Track A layer routes with vias. Next: DRC spacing lite on parallel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Layer changes at bends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detailed routes switch between M1 and M2 at vias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Given start and goal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L_route_layers returns segment dicts with x y layer and optional via flag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path from one comma one to five comma four in HV includes at least one 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L-bend via</a:t>
            </a:r>
          </a:p>
        </p:txBody>
      </p:sp>
      <p:pic>
        <p:nvPicPr>
          <p:cNvPr id="3" name="Picture 2" descr="01-b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L-bend 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A–C example</a:t>
            </a:r>
          </a:p>
        </p:txBody>
      </p:sp>
      <p:pic>
        <p:nvPicPr>
          <p:cNvPr id="3" name="Picture 2" descr="02-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A–C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Canvas vias</a:t>
            </a:r>
          </a:p>
        </p:txBody>
      </p:sp>
      <p:pic>
        <p:nvPicPr>
          <p:cNvPr id="3" name="Picture 2" descr="03-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Canvas vias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Multi-pin</a:t>
            </a:r>
          </a:p>
        </p:txBody>
      </p:sp>
      <p:pic>
        <p:nvPicPr>
          <p:cNvPr id="3" name="Picture 2" descr="04-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Multi-pin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Spacing next</a:t>
            </a:r>
          </a:p>
        </p:txBody>
      </p:sp>
      <p:pic>
        <p:nvPicPr>
          <p:cNvPr id="3" name="Picture 2" descr="05-d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`l_route_layers(a, b, prefer)`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Route net A–B on tiny_dr and print segments with via flags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browser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the via marker at the bend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Putting horizontal motion on M2 or vertical on M1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final segment must land on the goal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Ship Track A layer routes with vias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DRC spacing lite on parallel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07 via 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