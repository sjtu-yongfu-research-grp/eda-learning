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build a track graph, assign pin access, route with Lee and A*, deposit track usage, assign vias on L paths, check spacing lite, rip up congested nets, and run sequential detailed routing on tiny_dr.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stayed in the browser, implement astar_route and track_overflow once in Python. If you stayed in Track A, skim the track heat-map lab so colors match your usage 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Directed track keys, layer-aware moves, sequential order effects, and never treating reveal golden as the solve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 steps are learn_compaction for post-route cleanup—or learn_pattern_matching if you continue the PD spine toward lithography-friendly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three algorithms and one strength each. Say which idea you reach for when sequential L overflows. Pick your next course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are ready, take the short quiz, then open the next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You can now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sequential detailed routing on tiny_dr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Dual-track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stayed in the browser, implement astar_route and track_overflow once in Python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stayed in Track A, skim the track heat-map lab so colors match your usage 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Directed track keys, layer-aware moves, sequential order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 steps are learn_compaction for post-route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three algorithms and one strength each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Say which idea you reach for when sequential L overflows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Pick your next course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open the next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