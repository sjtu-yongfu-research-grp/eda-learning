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committed coarse paths in global routing. Detailed routing assigns tracks on M1 and M2, places vias, and chases DRC-clean geometry before compaction or signoff. This course teaches that grid, maze, A*, track usage, vias, spacing, and rip-up on a tiny chip.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B is the browser lab: route nets, watch track heat, inspect vias, clear challenges. Track A is implement: Python solvers on tiny_dr.json. Use either or both. Browser first for intuition is fine.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Foundations cover the routing grid and pin access. Algorithms cover Lee maze, A*, track usage, and via assignment. DRC and rip-up cover spacing lite and detailed rip-up. Sequential detailed ties the flow together. Offline compare and wrap close the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 learn_global_routing so GCell graphs and edge usage deposits already make sense. Directed track usage is finer-grained—not the same keys as GCell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module README, pick a track, check the checklist, then skim the clip when media is available. Odd module slots leave room to insert algorithms later without renumbering.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routing grid graph and enumerate M1 and M2 tracks on the twelve-by-eight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Detailed routing in the stack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You committed coarse paths in global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00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Two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Track B is the browser lab: route nets, watch track heat, inspect vias, clear challenges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Track A is implement: Python solvers on tiny_dr.json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Use either or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Browser first for intuition is fine</a:t>
            </a:r>
          </a:p>
        </p:txBody>
      </p:sp>
      <p:pic>
        <p:nvPicPr>
          <p:cNvPr id="4" name="Picture 3" descr="tools-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925955"/>
            <a:ext cx="5394960" cy="3371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00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Course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Foundations cover the routing grid and pin access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Algorithms cover Lee maze, A*, track usage, and via assignment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DRC and rip-up cover spacing lite and detailed rip-up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Sequential detailed ties the flow together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Offline compare and wrap close the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00 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Finish learn_global_routing so GCell graphs and edge usage deposits already make sense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Directed track usage is finer-grained, not the same keys as GCell edges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00 intro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How to 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Read each module README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Odd module slots leave room to insert algorithms later without renumbering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00 intro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the routing grid graph and enumerate M1 and M2 tracks on the twelve-by-eight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00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