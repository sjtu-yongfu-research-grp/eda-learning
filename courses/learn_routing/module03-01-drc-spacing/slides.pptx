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DRC is vast; spacing lite teaches the idea: same-layer parallel segments too close fail even when tracks are logically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segment points by layer. For M1 pairs on the same row y, if horizontal distance is greater than zero but less than or equal to min_dist, return fail with violation coordinates. Likewise for M2 pairs on the same column x. Otherwise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Same-layer parallel segments one grid apart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layered routes pass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Adjacent M1 rows at y=2 and y=3 fail minDist=1.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checker on learner sequential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routers use full width/spacing/via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**drc-spacing**. Place parallel M1 segments one track apart on adjacent rows and read the violation panel. Widen spacing and confirm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`drc_spacing_lite(segments, min_dist)`. Feed the golden failing segment set from test_solvers and assert pass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cross-layer pairs—this lite rule is same-layer only. Using Manhattan grid distance across rows for M1 horizontal segments. Treating DRC pass as proof of tape-out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DRC spacing challenges. Next: rip-up the hottest net and A* reroute.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Geometry rules matter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DRC is vast; spacing lite teaches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Group segment points by layer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M1 pairs on the same row 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Likewise for M2 pairs on the same column 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Otherwise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Lite checker</a:t>
            </a:r>
          </a:p>
        </p:txBody>
      </p:sp>
      <p:pic>
        <p:nvPicPr>
          <p:cNvPr id="3" name="Picture 2" descr="01-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Lite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Spread pass</a:t>
            </a:r>
          </a:p>
        </p:txBody>
      </p:sp>
      <p:pic>
        <p:nvPicPr>
          <p:cNvPr id="3" name="Picture 2" descr="02-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Spread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Violation demo</a:t>
            </a:r>
          </a:p>
        </p:txBody>
      </p:sp>
      <p:pic>
        <p:nvPicPr>
          <p:cNvPr id="3" name="Picture 2" descr="03-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Violation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 route</a:t>
            </a:r>
          </a:p>
        </p:txBody>
      </p:sp>
      <p:pic>
        <p:nvPicPr>
          <p:cNvPr id="3" name="Picture 2" descr="04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DRC</a:t>
            </a:r>
          </a:p>
        </p:txBody>
      </p:sp>
      <p:pic>
        <p:nvPicPr>
          <p:cNvPr id="3" name="Picture 2" descr="05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DRC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`drc_spacing_lite(segments, min_dist)`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Feed the golden failing segment set from test_solvers and assert pass is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cross-layer pairs, this lite rule is same-layer 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Manhattan grid distance across rows for M1 horizontal segments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DRC pass as proof of tape-out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DRC spacing challenges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rip-up the hottest net and A* reroute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drc spacing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