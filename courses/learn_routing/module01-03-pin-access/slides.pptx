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detailed route starts and ends at grid access points—integer cells the router can reach. Legal placement gives you x y coordinates; this module converts them with round-and-clamp and nudges off blockages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pin_grid of x y returns column gx equals round of x clamped zero to nx minus one, and row gy likewise. Cell A at one comma one maps to one comma one. Cell E at five comma three sits near the blockage at five comma two; nudge to a free neighbor if the pin lands inside the blocked rectangle.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 centers round to grid 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A lands on grid (1,1).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at (8,5)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E/F on blockage nudge to nearest free neighbor.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routes start/end at terminal grid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**pin-access**. Hover each cell and read its access grid point. Move a pin across the blockage boundary and watch the access index shift. Confirm all six cells on tiny_dr match your Track A printout.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or call `terminals(positions, data)` in `common/drutil.py`. Assert A through F on spread placement. Print access points before any routing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GCell floor divide from global routing instead of per-grid rounding. Off-by-one at the chip edge without clamp. Ignoring blockages when assigning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access points for all six cells. Next: Lee maze routing around the central blockage.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Pins need grid access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detailed route starts and ends at grid access points, integer cells the router can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Pin_grid of x y returns column gx equals round of x clamped zero to nx minus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 A at one comma one maps to one comma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 E at five comma three sits near the blockage at five comma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 → grid</a:t>
            </a:r>
          </a:p>
        </p:txBody>
      </p:sp>
      <p:pic>
        <p:nvPicPr>
          <p:cNvPr id="3" name="Picture 2" descr="01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 →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 → (1,1)</a:t>
            </a:r>
          </a:p>
        </p:txBody>
      </p:sp>
      <p:pic>
        <p:nvPicPr>
          <p:cNvPr id="3" name="Picture 2" descr="02-a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 → (1,1)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 → (8,5)</a:t>
            </a:r>
          </a:p>
        </p:txBody>
      </p:sp>
      <p:pic>
        <p:nvPicPr>
          <p:cNvPr id="3" name="Picture 2" descr="03-d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 → (8,5)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Blocked pins</a:t>
            </a:r>
          </a:p>
        </p:txBody>
      </p:sp>
      <p:pic>
        <p:nvPicPr>
          <p:cNvPr id="3" name="Picture 2" descr="04-n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Blocked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Routes from pins</a:t>
            </a:r>
          </a:p>
        </p:txBody>
      </p:sp>
      <p:pic>
        <p:nvPicPr>
          <p:cNvPr id="3" name="Picture 2" descr="05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Routes from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pin-access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Hover each cell and read its access grid point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Move a pin across the blockage boundary and watch the access index shift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all six cells on tiny_dr match your Track A printout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or call `terminals(positions, data)` in `common/drutil.py`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A through F on spread placement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access points before any routing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GCell floor divide from global routing instead of per-grid rounding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Off-by-one at the chip edge without clamp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blockages when assigning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access points for all six cells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Lee maze routing around the central blockage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03 pin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