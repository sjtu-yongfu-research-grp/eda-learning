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routers do not hop GCell to GCell. They walk a fine grid whose edges are directed tracks: M1 horizontal and M2 vertical. Before any maze or A* route, you must enumerate those tracks on our twelve-by-eight toy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grid point at column x and row y, add a directed M1 edge to the right neighbor when x plus one is less than nx, and a directed M2 edge upward when y plus one is less than ny. Canonical keys sort endpoints so left-to-right and bottom-to-top always win. On twelve by eight you get eighty-eight M1 edges and eighty-four M2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routes walk grid points; M1 horizontal, M2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Horizontal moves on M1; vertical on M2; via switches at grid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(5–6, 2–3) are blocked—maze must detour.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grid points have up to four neighbors.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usage vs capacity drives overflow and rip-up.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**routing-grid** lab. Toggle layer M1 and M2 overlays. Highlight one horizontal track between columns one and two on row one. Read the track list in the metrics panel and match the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Inspect `h_edge`, `v_edge`, and `track_key` in `common/drutil.py`. Print sample M1 and M2 keys for tiny_dr. Verify diagonals are absent and layers match movement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grid points instead of directed tracks. Treating M1 and M2 as interchangeable. Forgetting blockages still occupy cells even if tracks exist between free neighbors.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checklist. Sketch M1 on one row from memory. Next: map pin placements to access points on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 track graph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Detailed routers do not hop GCell to GCell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directed M2 edge upward when y plus one is less than ny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Canonical keys sort endpoints so left-to-right and bottom-to-top always win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twelve by eight you get eighty-eight M1 edges and eighty-four M2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12×8 grid</a:t>
            </a:r>
          </a:p>
        </p:txBody>
      </p:sp>
      <p:pic>
        <p:nvPicPr>
          <p:cNvPr id="3" name="Picture 2" descr="01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12×8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layers</a:t>
            </a:r>
          </a:p>
        </p:txBody>
      </p:sp>
      <p:pic>
        <p:nvPicPr>
          <p:cNvPr id="3" name="Picture 2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Blockage</a:t>
            </a:r>
          </a:p>
        </p:txBody>
      </p:sp>
      <p:pic>
        <p:nvPicPr>
          <p:cNvPr id="3" name="Picture 2" descr="03-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Blockage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Neighbors</a:t>
            </a:r>
          </a:p>
        </p:txBody>
      </p:sp>
      <p:pic>
        <p:nvPicPr>
          <p:cNvPr id="3" name="Picture 2" descr="04-ne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Neighbors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Capacity</a:t>
            </a:r>
          </a:p>
        </p:txBody>
      </p:sp>
      <p:pic>
        <p:nvPicPr>
          <p:cNvPr id="3" name="Picture 2" descr="05-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</a:t>
            </a:r>
            <a:r>
              <a:rPr sz="2000" b="1">
                <a:solidFill>
                  <a:srgbClr val="333333"/>
                </a:solidFill>
                <a:latin typeface="Calibri"/>
              </a:rPr>
              <a:t>routing-grid</a:t>
            </a:r>
            <a:r>
              <a:rPr sz="2000" b="0">
                <a:solidFill>
                  <a:srgbClr val="333333"/>
                </a:solidFill>
                <a:latin typeface="Calibri"/>
              </a:rPr>
              <a:t>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Toggle layer M1 and M2 overlays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Highlight one horizontal track between columns one and two on row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the track list in the metrics panel and match the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Inspect `h_edge`, `v_edge`, and `track_key` in `common/drutil.py`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sample M1 and M2 keys for tiny_dr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Verify diagonals are absent and layers match movement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grid points instead of directed tracks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M1 and M2 as interchangeable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blockages still occupy cells even if tracks exist between free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M1 on one row from memory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map pin placements to access points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routing 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