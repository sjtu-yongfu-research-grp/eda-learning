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Toy detailed routers need a harness: same JSON in, track overflow and runtime out. Comparing Lee, L-layer, A*, and rip-up teaches what better means beyond a pretty heat map.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Fix tiny_dr. Run sequential L-HV, Lee mode, A* mode, and one rip-up pass. Record total overflow, max overflow, wall time. Optionally compare to a reference router. Write one discrepancy hypothesis.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small Python driver loading tiny_dr.json is enough. Print a markdown table. Missing external tools are OK—document blockers and still validate I/O.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Changing track_capacity between rows. Comparing incompatible route modes without labeling. Optimizing runtime before correctness.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Fill one comparison table for Lee versus A* versus rip-up. Then open the wrap.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11064240" cy="27432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2200"/>
              </a:lnSpc>
              <a:spcAft>
                <a:spcPts val="400"/>
              </a:spcAft>
            </a:pPr>
            <a:r>
              <a:rPr sz="4000" b="1">
                <a:solidFill>
                  <a:srgbClr val="1A1A2E"/>
                </a:solidFill>
                <a:latin typeface="Calibri"/>
              </a:rPr>
              <a:t>Why compare</a:t>
            </a:r>
          </a:p>
          <a:p>
            <a:pPr algn="ctr">
              <a:lnSpc>
                <a:spcPts val="2200"/>
              </a:lnSpc>
              <a:spcBef>
                <a:spcPts val="1400"/>
              </a:spcBef>
            </a:pPr>
            <a:r>
              <a:rPr sz="2600" b="0">
                <a:solidFill>
                  <a:srgbClr val="333333"/>
                </a:solidFill>
                <a:latin typeface="Calibri"/>
              </a:rPr>
              <a:t>Toy detailed routers need a harness: same JSON in, track overflow and runtime out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learn_routing — 01 offline benchmark compare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The idea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Fix tiny_dr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Run sequential L-HV, Lee mode, A* mode, and one rip-up pass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Record total overflow, max overflow, wall time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Optionally compare to a reference router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Write one discrepancy hypothesis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learn_routing — 01 offline benchmark compare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Harness shape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A small Python driver loading tiny_dr.json is enough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Print a markdown table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Missing external tools are OK, document blockers and still validate I/O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learn_routing — 01 offline benchmark compare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Pitfalls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Changing track_capacity between rows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Comparing incompatible route modes without labeling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Optimizing runtime before correctness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learn_routing — 01 offline benchmark compare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Your turn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Fill one comparison table for Lee versus A* versus rip-up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Then open the wrap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learn_routing — 01 offline benchmark compare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