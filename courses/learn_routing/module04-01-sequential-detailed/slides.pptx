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detailed routers process nets in an order. Each net deposits usage on directed tracks; later nets see a more congested grid. Sequential L-HV on tiny_dr is our baseline stress test; A* mode shows congestion-aware ordering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Initialize empty usage. For each net in list order, compute terminals, route with the chosen mode—l_hv for layer L, lee for cell maze, astar for congestion-aware—and increment usage on every track key in the route. Report final usage and track_overflow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 nets 0..5 in order; later nets see earlier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Layered L all nets documents baseline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Lee may redistribute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Goal: total overflow 0 after A* or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routing feeds signoff DRC and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**sequential-detailed**. Route all nets in default order. Reorder mentally: would routing the four-pin net last change the hottest track?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`sequential_detailed` and `route_from_data`. Print usage and overflow after routing all six nets. Compare astar mode with l_hv on total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 deposit without order— hides rip-up motivation. Ignoring multi-pin net in order list. Resetting usage between nets accidentally.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sequential detailed routing. Offline compare and wrap come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Order matters on tracks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Production detailed routers process nets in an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sequential detailed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Initialize empty usage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Increment usage on every track key in the route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 final usage and track_overflow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sequential detailed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order</a:t>
            </a:r>
          </a:p>
        </p:txBody>
      </p:sp>
      <p:pic>
        <p:nvPicPr>
          <p:cNvPr id="3" name="Picture 2" descr="01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sequential detailed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Layered pass</a:t>
            </a:r>
          </a:p>
        </p:txBody>
      </p:sp>
      <p:pic>
        <p:nvPicPr>
          <p:cNvPr id="3" name="Picture 2" descr="02-layer-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Layered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sequential detailed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Lee pass</a:t>
            </a:r>
          </a:p>
        </p:txBody>
      </p:sp>
      <p:pic>
        <p:nvPicPr>
          <p:cNvPr id="3" name="Picture 2" descr="03-lee-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Lee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sequential detailed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Clear overflow</a:t>
            </a:r>
          </a:p>
        </p:txBody>
      </p:sp>
      <p:pic>
        <p:nvPicPr>
          <p:cNvPr id="3" name="Picture 2" descr="04-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Clear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sequential detailed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Handoff</a:t>
            </a:r>
          </a:p>
        </p:txBody>
      </p:sp>
      <p:pic>
        <p:nvPicPr>
          <p:cNvPr id="3" name="Picture 2" descr="05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sequential detailed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sequential detailed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`sequential_detailed` and `route_from_data`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usage and overflow after routing all six nets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astar mode with l_hv on total overflow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sequential detailed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Parallel deposit without order, hides rip-up motivation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multi-pin net in order 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Resetting usage between nets accidentally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sequential detailed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sequential detailed routing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Offline compare and wrap come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sequential detailed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