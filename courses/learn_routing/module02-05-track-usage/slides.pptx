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directed M1 or M2 track has capacity one on tiny_dr. Every routed net deposits plus one on each track its segments traverse. Overflow is how far usage exceeds capacity—summed, maxed, and counted per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path_track_usage walks consecutive segment pairs, maps horizontal moves to h_edge and vertical to v_edge, increments usage. track_overflow computes max of zero and usage minus capacity per track. Sequential L-HV on all six nets should yield positive total overflow at cap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M1/M2 track accumulates routed net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over tracks—primary 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Worst track catches hotspot corridors.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tracks exceed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pins or switch Lee/A* to clear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**track-usage**. Run sequential L routes and read the triple total max count. Heat-map the worst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`path_track_usage` and `track_overflow`. Call sequential_detailed with mode l_hv on tiny_dr and assert total overflow is greater than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Computing overflow before summing all nets. Using GCell edge usage from global routing instead of directed tracks. Reporting negative overflow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overflow targets. Next: assign vias on two-layer L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When usage exceeds capacity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Each directed M1 or M2 track has capacity one on tiny_dr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Path_track_usage walks consecutive segment pairs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Track_overflow computes max of zero and usage minus capacity per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Sequential L-HV on all six nets should yield positive total overflow at cap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Usage heat</a:t>
            </a:r>
          </a:p>
        </p:txBody>
      </p:sp>
      <p:pic>
        <p:nvPicPr>
          <p:cNvPr id="3" name="Picture 2" descr="01-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Usage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Total overflow</a:t>
            </a:r>
          </a:p>
        </p:txBody>
      </p:sp>
      <p:pic>
        <p:nvPicPr>
          <p:cNvPr id="3" name="Picture 2" descr="02-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Total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Max overflow</a:t>
            </a:r>
          </a:p>
        </p:txBody>
      </p:sp>
      <p:pic>
        <p:nvPicPr>
          <p:cNvPr id="3" name="Picture 2" descr="03-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Max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Overflow count</a:t>
            </a:r>
          </a:p>
        </p:txBody>
      </p:sp>
      <p:pic>
        <p:nvPicPr>
          <p:cNvPr id="3" name="Picture 2" descr="04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Overflow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Hit targets</a:t>
            </a:r>
          </a:p>
        </p:txBody>
      </p:sp>
      <p:pic>
        <p:nvPicPr>
          <p:cNvPr id="3" name="Picture 2" descr="05-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Hit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`path_track_usage` and `track_overflow`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sequential_detailed with mode l_hv on tiny_dr and assert total overflow is greater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Computing overflow before summing all nets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GCell edge usage from global routing instead of directed tracks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negative overflow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Hit overflow targets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assign vias on two-layer 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05 track usage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