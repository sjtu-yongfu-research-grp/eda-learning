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You’ve walked the STA path—from timing graphs and arrival/required propagation, through setup and hold slack and critical-path traceback, into incremental updates and engine-facing false or multicycle exceptions, plus an offline compare habit. This wrap names what you can do now and where to go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can build a levelized timing graph, propagate tags, compute slack, and trace a critical path. You know when a full rebuild is wasteful and when an incremental cone update is enough. You treat false paths and multicycle checks as engine data, not magic. You are not shipping a foundry timer—you are building algorithm literacy for the digital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you mainly watched browser labs, go back and finish at least one full implementation in foundations and one in slack or critical path. If you mainly coded, re-open any skipped visual labs when they ship. Either track works for self-study; both together stick best before constraints or signal integrity.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Natural next step is learn SDC—clocks, I/O, false and multicycle constraints as data the engine consumes. Optional later: learn SI for crosstalk and noise-on-timing literacy. Keep your tiny netlist harness—you’ll reuse the I/O format.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the wrap checklist. Name five ideas from this course and one strength each. Say which idea you’d use after inserting a buffer on a critical net. When you’re ready, take the short quiz, then open the learn SDC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STA path complete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You’ve walked the STA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00 wrap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What you can do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You can build a levelized timing graph, propagate tags, compute slack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You know when a full rebuild is wasteful and when an incremental cone update is enough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You treat false paths and multicycle checks as engine data, not magic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You are not shipping a foundry timer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00 wrap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Close the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If you mainly watched browser labs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If you mainly coded, re-open any skipped visual labs when they ship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Either track works for self-study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00 wrap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Natural next step is learn SDC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00 wrap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Review the wrap checklist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Name five ideas from this course and one strength each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Say which idea you’d use after inserting a buffer on a critical net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you’re ready, take the short quiz, then open the learn SDC README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00 wrap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