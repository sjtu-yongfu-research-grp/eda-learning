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slack is bad—or even when it is good—you still need the path. Trace from the worst endpoint through matching arrival tags. You will recover the golden path in → u1/A → u1/Y → u2/A → u2/Y → 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path has six pins. Path delay equals A(out)=3.2. Always match A(u)+d to A(v). Keep these numbers handy—the browser challenges and Track A tests use the same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 path pseudocode walks backward from the sink. At each pin pick a predecessor arc whose arrival plus delay exactly rebuilds the pin’s arrival, breaking ties toward larger arrival.</a:t>
            </a:r>
          </a:p>
          <a:p/>
          <a:p>
            <a:r>
              <a:t>Open this module's examples file and find the Pseudocode section. That written sketch is what you implement on the implement track and what the browser challenges measure.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golden path is six pins from in through both cells to out. Path delay must equal arrival at out—three point two on this instance.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Critical-path traceback begins at the endpoint with the worst setup slack. Here that is out with slack 6.8—still the only sink.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 each pin, choose a predecessor u where A(u) + delay equals A(v). That arc is on the critical path.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complete critical path is in → u1/A → u1/Y → u2/A → u2/Y → out. Arrival at out equals the sum of arc delays along this path: 3.2.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Optimization and ECO work chase critical paths. Tag matching keeps you honest when reconvergence exists—on this chain there is only one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Reports pair worst slack with its path. Next labs edit delays and exceptions—always re-trace after the tags 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browser lab, open **critical-path**. Load the starter, run the analysis once, and read the metrics panel. Orient yourself—challenge panel, canvas, Check—then mirror the same goldens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the implement track, use `common/tiny_timing.json` with the helpers in `common/graph.py` and `common/propagate.py`. Run `python3 common/test_propagate.py` (and the timing-graph test) until the goldens print 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mix setup and hold required maps. Do not propagate before the graph is levelized. After an edit or exception, recompute—stale tags lie.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Finish the checklist on at least one track—preferably both. When your numbers match the goldens, take the quiz,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Critical path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slack is bad, or even when it is good, you still need the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Goldens to remember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Critical path has six pins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Path delay equals A(out)=3.2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Always match A(u)+d to A(v)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Keep these numbers handy, the browser challenges and Track A tests use the same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Pseudocode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Critical path pseudocode walks backward from the sink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Breaking ties toward larger arrival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Open this module's examples file and find the Pseudocode section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That written sketch is what you implement on the implement track and what the browser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The golden path is six pins from in through both cells to out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Path delay must equal arrival at out, three point two on this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Algorithm sketch — try these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1064240" cy="5029200"/>
          </a:xfrm>
          <a:prstGeom prst="rect">
            <a:avLst/>
          </a:prstGeom>
          <a:solidFill>
            <a:srgbClr val="F4F4F4"/>
          </a:solidFill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INPUT: G, A[], sink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OUTPUT: pin path (source→…→sink)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path←[sink]; cur←sink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while cur has preds: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pick u→cur with A[u]+delay == A[cur]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(tie-break: largest A[u])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  prepend u; cur←u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return path</a:t>
            </a:r>
          </a:p>
          <a:p>
            <a:pPr>
              <a:lnSpc>
                <a:spcPts val="2200"/>
              </a:lnSpc>
              <a:spcAft>
                <a:spcPts val="400"/>
              </a:spcAft>
            </a:pPr>
            <a:r>
              <a:rPr sz="2000" b="0">
                <a:solidFill>
                  <a:srgbClr val="333333"/>
                </a:solidFill>
                <a:latin typeface="Consolas"/>
              </a:rPr>
              <a:t>GOLDEN: in→u1/A→u1/Y→u2/A→u2/Y→out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Start from the worst endpoint</a:t>
            </a:r>
          </a:p>
        </p:txBody>
      </p:sp>
      <p:pic>
        <p:nvPicPr>
          <p:cNvPr id="3" name="Picture 2" descr="01-worst-s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Start from the worst endpoint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Step to the matching predecessor</a:t>
            </a:r>
          </a:p>
        </p:txBody>
      </p:sp>
      <p:pic>
        <p:nvPicPr>
          <p:cNvPr id="3" name="Picture 2" descr="02-match-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Step to the matching predecessor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full golden path</a:t>
            </a:r>
          </a:p>
        </p:txBody>
      </p:sp>
      <p:pic>
        <p:nvPicPr>
          <p:cNvPr id="3" name="Picture 2" descr="03-full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The full golden path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Fix the path, not a random gate</a:t>
            </a:r>
          </a:p>
        </p:txBody>
      </p:sp>
      <p:pic>
        <p:nvPicPr>
          <p:cNvPr id="3" name="Picture 2" descr="04-why-it-mat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Fix the path, not a random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Slack and path travel together</a:t>
            </a:r>
          </a:p>
        </p:txBody>
      </p:sp>
      <p:pic>
        <p:nvPicPr>
          <p:cNvPr id="3" name="Picture 2" descr="05-slack-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9404113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Slack and path travel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browser lab, open </a:t>
            </a:r>
            <a:r>
              <a:rPr sz="2000" b="1">
                <a:solidFill>
                  <a:srgbClr val="333333"/>
                </a:solidFill>
                <a:latin typeface="Calibri"/>
              </a:rPr>
              <a:t>critical-path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Load the starter, run the analysis once, and read the metrics panel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Orient yourself, challenge panel, canvas, Check, then mirror the same goldens in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 the implement track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Run `python3 common/test_propagate.py` (and the timing-graph test) until the goldens print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mix setup and hold required maps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Do not propagate before the graph is levelized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After an edit or exception, recompute, stale tags lie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Finish the checklist on at least one track, preferably both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When your numbers match the goldens, take the quiz, then continue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learn_sta — 03 critical path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