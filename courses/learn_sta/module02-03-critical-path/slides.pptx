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slack is bad—or even when it is good—you still need the path. Trace from the worst endpoint through matching arrival tags. You will recover the golden path in → u1/A → u1/Y → u2/A → u2/Y →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path has six pins. Path delay equals A(out)=3.2. Always match A(u)+d to A(v). Keep these numbers handy—the browser challenges and Track A tests use the same instance.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Critical-path traceback begins at the endpoint with the worst setup slack. Here that is out with slack 6.8—still the only sink.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each pin, choose a predecessor u where A(u) + delay equals A(v). That arc is on the critical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complete critical path is in → u1/A → u1/Y → u2/A → u2/Y → out. Arrival at out equals the sum of arc delays along this path: 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Optimization and ECO work chase critical paths. Tag matching keeps you honest when reconvergence exists—on this chain there is only one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Reports pair worst slack with its path. Next labs edit delays and exceptions—always re-trace after the tags change.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open **critical-path**. Load the starter, run the analysis once, and read the metrics panel. Orient yourself—challenge panel, canvas, Check—then mirror the same goldens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use `common/tiny_timing.json` with the helpers in `common/graph.py` and `common/propagate.py`. Run `python3 common/test_propagate.py` (and the timing-graph test) until the goldens print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mix setup and hold required maps. Do not propagate before the graph is levelized. After an edit or exception, recompute—stale tags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the checklist on at least one track—preferably both. When your numbers match the goldens, take the quiz, then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Critical path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When slack is bad, or even when it is good, you still need the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Critical path has six pins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Path delay equals A(out)=3.2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Always match A(u)+d to A(v)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these numbers handy, the browser challenges and Track A tests use the same instance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&lt;!-- algorithm-walkthrough --&gt;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Start from the worst endpoint</a:t>
            </a:r>
          </a:p>
        </p:txBody>
      </p:sp>
      <p:pic>
        <p:nvPicPr>
          <p:cNvPr id="3" name="Picture 2" descr="01-worst-s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Start from the worst endpoint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to the matching predecessor</a:t>
            </a:r>
          </a:p>
        </p:txBody>
      </p:sp>
      <p:pic>
        <p:nvPicPr>
          <p:cNvPr id="3" name="Picture 2" descr="02-match-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Step to the matching predecessor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full golden path</a:t>
            </a:r>
          </a:p>
        </p:txBody>
      </p:sp>
      <p:pic>
        <p:nvPicPr>
          <p:cNvPr id="3" name="Picture 2" descr="03-full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The full golden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Fix the path, not a random gate</a:t>
            </a:r>
          </a:p>
        </p:txBody>
      </p:sp>
      <p:pic>
        <p:nvPicPr>
          <p:cNvPr id="3" name="Picture 2" descr="04-why-it-ma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Fix the path, not a random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Slack and path travel together</a:t>
            </a:r>
          </a:p>
        </p:txBody>
      </p:sp>
      <p:pic>
        <p:nvPicPr>
          <p:cNvPr id="3" name="Picture 2" descr="05-slack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Slack and path travel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critical-path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the starter, run the analysis once, and read the metrics panel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Orient yourself, challenge panel, canvas, Check, then mirror the same goldens in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`python3 common/test_propagate.py` (and the timing-graph test) until the goldens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mix setup and hold required maps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propagate before the graph is levelized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an edit or exception, recompute, stale tags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Finish the checklist on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your numbers match the goldens, take the quiz, then 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critical path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