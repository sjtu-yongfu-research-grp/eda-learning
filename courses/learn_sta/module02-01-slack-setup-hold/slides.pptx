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Slack turns tags into a pass or fail. Setup slack is required minus arrival; hold uses a different required. You will get setup slack six point eight and hold slack three point two at out on the lite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Setup: R−A = 10−3.2 = 6.8. Hold lite: A−0 = 3.2. Positive means the check passes. Keep these numbers handy—the browser challenges and Track A tests use the same instance.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Slack pseudocode is arithmetic on tags you already have. Setup slack is required minus arrival. Hold lite uses required hold zero at the sink and arrival minus that required.</a:t>
            </a:r>
          </a:p>
          <a:p/>
          <a:p>
            <a:r>
              <a:t>Open this module's examples file and find the Pseudocode section. That written sketch is what you implement on the implement track and what the browser challenges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tiny chain with period ten, setup slack at out is six point eight and hold slack is three point two. Shrink the period to three and setup fails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the endpoint out, setup slack equals R − A. With R=10 and A=3.2, slack is 6.8—positive means the path meets the single-cycle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this lite hold model, required at out is 0 on the same edge. Hold slack is A − R_hold = 3.2 − 0 = 3.2.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Negative setup slack means the path is too slow for the period. Negative hold means data changes too soon. Read the sign before you chase the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Engineers scan worst negative slack at endpoints, then open the path. On this toy netlist there is one sink—out—so both checks live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period were tighter, setup required would drop and setup slack would shrink. Hold in this lite model stays tied to arrival versus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open **slack-setup-hold**. Load the starter, run the analysis once, and read the metrics panel. Orient yourself—challenge panel, canvas, Check—then mirror the same goldens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implement track, use `common/tiny_timing.json` with the helpers in `common/graph.py` and `common/propagate.py`. Run `python3 common/test_propagate.py` (and the timing-graph test) until the goldens print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mix setup and hold required maps. Do not propagate before the graph is levelized. After an edit or exception, recompute—stale tags 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 the checklist on at least one track—preferably both. When your numbers match the goldens, take the quiz, then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Slack, setup, and hold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Slack turns tags into a pass or fail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slack setup hold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Goldens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Setup: R−A = 10−3.2 = 6.8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Hold lite: A−0 = 3.2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Positive means the check passes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Keep these numbers handy, the browser challenges and Track A tests use the same instance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slack setup hold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Slack pseudocode is arithmetic on tags you already have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Setup slack is required minus arrival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Hold lite uses required hold zero at the sink and arrival minus that required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this module's examples file and find the Pseudocode section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That written sketch is what you implement on the implement track and what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slack setup hold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the tiny chain with period ten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Shrink the period to three and setup fails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slack setup hold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INPUT: A[], R_setup[], R_hold[] (lite)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OUTPUT: setup_slack, hold_slack, meet?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setup_slack(p) ← R_setup[p] − A[p]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hold_slack(p)  ← A[p] − R_hold[p]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R_hold[sink] ← 0 in this lite model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meet_setup if setup_slack(sink)≥0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meet_hold  if hold_slack(sink)≥0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GOLDEN: setup(out)=6.8; hold(out)=3.2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slack setup hold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Setup slack is required minus arrival</a:t>
            </a:r>
          </a:p>
        </p:txBody>
      </p:sp>
      <p:pic>
        <p:nvPicPr>
          <p:cNvPr id="3" name="Picture 2" descr="01-setup-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Setup slack is required minus arrival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slack setup hold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Hold slack uses a different required</a:t>
            </a:r>
          </a:p>
        </p:txBody>
      </p:sp>
      <p:pic>
        <p:nvPicPr>
          <p:cNvPr id="3" name="Picture 2" descr="02-hold-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Hold slack uses a different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slack setup hold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The sign tells you pass or fail</a:t>
            </a:r>
          </a:p>
        </p:txBody>
      </p:sp>
      <p:pic>
        <p:nvPicPr>
          <p:cNvPr id="3" name="Picture 2" descr="03-sign-ma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The sign tells you pass or fail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slack setup hold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Report slack at endpoints first</a:t>
            </a:r>
          </a:p>
        </p:txBody>
      </p:sp>
      <p:pic>
        <p:nvPicPr>
          <p:cNvPr id="3" name="Picture 2" descr="04-endpoint-ha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Report slack at endpoints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slack setup hold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Period changes setup, not hold lite</a:t>
            </a:r>
          </a:p>
        </p:txBody>
      </p:sp>
      <p:pic>
        <p:nvPicPr>
          <p:cNvPr id="3" name="Picture 2" descr="05-period-kno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Period changes setup, not hold 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slack setup hold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lab, open </a:t>
            </a:r>
            <a:r>
              <a:rPr sz="2000" b="1">
                <a:solidFill>
                  <a:srgbClr val="333333"/>
                </a:solidFill>
                <a:latin typeface="Calibri"/>
              </a:rPr>
              <a:t>slack-setup-hold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Load the starter, run the analysis once, and read the metrics panel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Orient yourself, challenge panel, canvas, Check, then mirror the same goldens in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slack setup hold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implement track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Run `python3 common/test_propagate.py` (and the timing-graph test) until the goldens 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slack setup hold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mix setup and hold required maps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propagate before the graph is levelized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After an edit or exception, recompute, stale tags lie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slack setup hold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Finish the checklist on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your numbers match the goldens, take the quiz, then continue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slack setup hold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