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turns tags into a pass or fail. Setup slack is required minus arrival; hold uses a different required. You will get setup slack six point eight and hold slack three point two at out on the lite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Setup: R−A = 10−3.2 = 6.8. Hold lite: A−0 = 3.2. Positive means the check passes. Keep these numbers handy—the browser challenges and Track A tests use the same instance.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endpoint out, setup slack equals R − A. With R=10 and A=3.2, slack is 6.8—positive means the path meets the single-cycle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this lite hold model, required at out is 0 on the same edge. Hold slack is A − R_hold = 3.2 − 0 = 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Negative setup slack means the path is too slow for the period. Negative hold means data changes too soon. Read the sign before you chase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Engineers scan worst negative slack at endpoints, then open the path. On this toy netlist there is one sink—out—so both checks live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period were tighter, setup required would drop and setup slack would shrink. Hold in this lite model stays tied to arrival versus zero.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open **slack-setup-hold**. Load the starter, run the analysis once, and read the metrics panel. Orient yourself—challenge panel, canvas, Check—then mirror the same goldens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use `common/tiny_timing.json` with the helpers in `common/graph.py` and `common/propagate.py`. Run `python3 common/test_propagate.py` (and the timing-graph test) until the goldens print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setup and hold required maps. Do not propagate before the graph is levelized. After an edit or exception, recompute—stale tags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 on at least one track—preferably both. When your numbers match the goldens, take the quiz,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Slack, setup, and hold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Slack turns tags into a pass or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Setup: R−A = 10−3.2 = 6.8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Hold lite: A−0 = 3.2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Positive means the check passes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these numbers handy, the browser challenges and Track A tests use the same instance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&lt;!-- algorithm-walkthrough --&gt;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Setup slack is required minus arrival</a:t>
            </a:r>
          </a:p>
        </p:txBody>
      </p:sp>
      <p:pic>
        <p:nvPicPr>
          <p:cNvPr id="3" name="Picture 2" descr="01-setup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Setup slack is required minus arrival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Hold slack uses a different required</a:t>
            </a:r>
          </a:p>
        </p:txBody>
      </p:sp>
      <p:pic>
        <p:nvPicPr>
          <p:cNvPr id="3" name="Picture 2" descr="02-hold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Hold slack uses a different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sign tells you pass or fail</a:t>
            </a:r>
          </a:p>
        </p:txBody>
      </p:sp>
      <p:pic>
        <p:nvPicPr>
          <p:cNvPr id="3" name="Picture 2" descr="03-sign-ma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The sign tells you pass or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 slack at endpoints first</a:t>
            </a:r>
          </a:p>
        </p:txBody>
      </p:sp>
      <p:pic>
        <p:nvPicPr>
          <p:cNvPr id="3" name="Picture 2" descr="04-endpoint-ha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 slack at endpoints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Period changes setup, not hold lite</a:t>
            </a:r>
          </a:p>
        </p:txBody>
      </p:sp>
      <p:pic>
        <p:nvPicPr>
          <p:cNvPr id="3" name="Picture 2" descr="05-period-kn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Period changes setup, not hold 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slack-setup-hold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the starter, run the analysis once, and read the metrics panel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Orient yourself, challenge panel, canvas, Check, then mirror the same goldens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`python3 common/test_propagate.py` (and the timing-graph test) until the goldens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setup and hold required maps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propagate before the graph is levelized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an edit or exception, recompute, stale tags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 on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your numbers match the goldens, take the quiz, then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01 slack setup hold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