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Exceptions change which arcs propagate and how large the required window is. You consume them as engine data—not as a full SDC course. You will compare normal slack 6.8, multicycle×2 slack 16.8, and a false-path that cuts the bridge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Multicycle cycles=2 → R(out)=20, slack=16.8. False-path disables u1/Y→u2/A so A(u2/A) falls to 0 in the lite model. Keep these numbers handy—the browser challenges and Track A tests use the same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Exceptions enter the same propagate sketch. False paths omit disabled arcs. Multicycle setup multiplies the sink required by setup cycles times the period.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slack at out is six point eight. Two cycles raises required to twenty and slack to sixteen point eight. Disabling u1/Y to u2/A removes that timing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exceptions, required at out is one period (10) and setup slack is 6.8. That is the baseline the exceptions will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setup multicycle of 2 means required = 2 × period = 20. Slack becomes 16.8. The graph did not change—only the endpoint budget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Marking the bridge net u1/Y→u2/A as false removes it from propagation. Downstream pins no longer see the real wavefront—u2/A falls back to 0 in this lite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SDC authoring lives in learn_sdc. Here you only consume false-path and multicycle as flags the timer reads—same idea as production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exceptions, then recompute tags and slack. Never keep a stale 6.8 after a multicycle or false-path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open **false-multicycle-lite**. Load the starter, run the analysis once, and read the metrics panel. Orient yourself—challenge panel, canvas, Check—then mirror the same goldens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use `common/tiny_timing.json` with the helpers in `common/graph.py` and `common/propagate.py`. Run `python3 common/test_propagate.py` (and the timing-graph test) until the goldens print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setup and hold required maps. Do not propagate before the graph is levelized. After an edit or exception, recompute—stale tags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 on at least one track—preferably both. When your numbers match the goldens, take the quiz,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False and multicycle paths (engine view)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Exceptions change which arcs propagate and how large the required window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Multicycle cycles=2 → R(out)=20, slack=16.8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False-path disables u1/Y→u2/A so A(u2/A) falls to 0 in the lite model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these numbers handy, the browser challenges and Track A tests use the same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Exceptions enter the same propagate sketch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False paths omit disabled arcs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Multicycle setup multiplies the sink required by setup cycles times the period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Default slack at out is six point 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Two cycles raises required to twenty and slack to sixteen point 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Disabling u1/Y to u2/A removes that timing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G, disable set S, setup_cycles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setup slack at sink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 ← prop_arrival using arcs ∉ 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 ← prop_required; R[sink]←period×cycles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slack ← R[sink] − A[sink]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 default: slack(out)=6.8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cycles=2 → R[out]=20, slack=16.8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disable u1/Y→u2/A breaks that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Normal single-cycle setup</a:t>
            </a:r>
          </a:p>
        </p:txBody>
      </p:sp>
      <p:pic>
        <p:nvPicPr>
          <p:cNvPr id="3" name="Picture 2" descr="01-normal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Normal single-cycle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Multicycle widens the required window</a:t>
            </a:r>
          </a:p>
        </p:txBody>
      </p:sp>
      <p:pic>
        <p:nvPicPr>
          <p:cNvPr id="3" name="Picture 2" descr="02-multi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Multicycle widens the required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False path disables an arc</a:t>
            </a:r>
          </a:p>
        </p:txBody>
      </p:sp>
      <p:pic>
        <p:nvPicPr>
          <p:cNvPr id="3" name="Picture 2" descr="03-false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False path disables an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Exceptions are engine data</a:t>
            </a:r>
          </a:p>
        </p:txBody>
      </p:sp>
      <p:pic>
        <p:nvPicPr>
          <p:cNvPr id="3" name="Picture 2" descr="04-engine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Exceptions are engine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Always recheck after exceptions</a:t>
            </a:r>
          </a:p>
        </p:txBody>
      </p:sp>
      <p:pic>
        <p:nvPicPr>
          <p:cNvPr id="3" name="Picture 2" descr="05-re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Always recheck after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false-multicycle-lite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starter, run the analysis once, and read the metrics panel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Orient yourself, challenge panel, canvas, Check, then mirror the same goldens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`python3 common/test_propagate.py` (and the timing-graph test) until the goldens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setup and hold required maps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propagate before the graph is levelized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an edit or exception, recompute, stale tags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 on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your numbers match the goldens, take the quiz, then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false multicycle 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