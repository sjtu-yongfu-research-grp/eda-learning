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Once the graph is levelized, you propagate tags. Arrival moves forward from sources; required moves backward from sinks. You will compute A(out)=3.2 and R(out)=10 on the starter chain with period 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Forward: A(in)=0, A(u1/Y)=1.2, A(out)=3.2. Backward setup: R(out)=10, R(in)=6.8. Keep these numbers handy—the browser challenges and Track A tests use the same instance.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arrival at in to zero for the launch edge. Every other pin waits for its predecessors.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each pin in topo order, arrival is the max over predecessors of A(pred) + delay. At out the wavefront reaches 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 single-cycle setup check, required at out equals the clock period—here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reverse topo order. Required at a pin is the min over successors of R(succ) − delay. At in, required becomes 6.8.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Arrival and required live together. Slack at a pin is R − A for setup. Next labs turn those tags into slack and a critical path.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open **arrival-required**. Load the starter, run the analysis once, and read the metrics panel. Orient yourself—challenge panel, canvas, Check—then mirror the same goldens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implement track, use `common/tiny_timing.json` with the helpers in `common/graph.py` and `common/propagate.py`. Run `python3 common/test_propagate.py` (and the timing-graph test) until the goldens print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mix setup and hold required maps. Do not propagate before the graph is levelized. After an edit or exception, recompute—stale tags 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the checklist on at least one track—preferably both. When your numbers match the goldens, take the quiz, then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Arrival and required times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Once the graph is levelized, you propagate tags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arrival required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Goldens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Forward: A(in)=0, A(u1/Y)=1.2, A(out)=3.2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Backward setup: R(out)=10, R(in)=6.8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Keep these numbers handy, the browser challenges and Track A tests use the same instance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&lt;!-- algorithm-walkthrough --&gt;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arrival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Seed arrival at the source</a:t>
            </a:r>
          </a:p>
        </p:txBody>
      </p:sp>
      <p:pic>
        <p:nvPicPr>
          <p:cNvPr id="3" name="Picture 2" descr="01-seed-arri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Seed arrival at the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arrival required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Propagate arrival forward</a:t>
            </a:r>
          </a:p>
        </p:txBody>
      </p:sp>
      <p:pic>
        <p:nvPicPr>
          <p:cNvPr id="3" name="Picture 2" descr="02-forward-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32251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Propagate arrival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arrival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Seed required at the sink</a:t>
            </a:r>
          </a:p>
        </p:txBody>
      </p:sp>
      <p:pic>
        <p:nvPicPr>
          <p:cNvPr id="3" name="Picture 2" descr="03-seed-requ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Seed required at the sink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arrival required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Propagate required backward</a:t>
            </a:r>
          </a:p>
        </p:txBody>
      </p:sp>
      <p:pic>
        <p:nvPicPr>
          <p:cNvPr id="3" name="Picture 2" descr="04-backward-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32251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Propagate required backward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arrival required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Keep both tags on every pin</a:t>
            </a:r>
          </a:p>
        </p:txBody>
      </p:sp>
      <p:pic>
        <p:nvPicPr>
          <p:cNvPr id="3" name="Picture 2" descr="05-both-ta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Keep both tags on every pin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arrival required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open </a:t>
            </a:r>
            <a:r>
              <a:rPr sz="2000" b="1">
                <a:solidFill>
                  <a:srgbClr val="333333"/>
                </a:solidFill>
                <a:latin typeface="Calibri"/>
              </a:rPr>
              <a:t>arrival-required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Load the starter, run the analysis once, and read the metrics panel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Orient yourself, challenge panel, canvas, Check, then mirror the same goldens in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arrival required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implement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`python3 common/test_propagate.py` (and the timing-graph test) until the goldens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arrival required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mix setup and hold required maps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propagate before the graph is levelized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After an edit or exception, recompute, stale tags lie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arrival required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Finish the checklist on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your numbers match the goldens, take the quiz, then continue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arrival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