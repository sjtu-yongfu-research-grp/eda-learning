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timers cannot rebuild the chip after every buffer insert. They invalidate a cone and recompute. You will bump u1’s cell delay from 1.2 to 2.0 and see A(out) move from 3.2 to 4.0 with setup slack 6.0.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Invalidated cone: u1/Y, u2/A, u2/Y, out. Clean: in, u1/A. ΔA(out)=+0.8. Keep these numbers handy—the browser challenges and Track A tests use the same instance.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arrival at out is 3.2 with setup slack 6.8. Incremental update never starts from an empty graph—it starts from valid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Bump the u1 cell arc from 1.2 to 2.0. Only the fanout cone of u1/Y can change—everything upstream of the edit stays 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u1/Y, u2/A, u2/Y, and out dirty. Do not touch in or u1/A—their arrivals are still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Replay topo order on dirty pins. Arrival at out becomes 4.0; setup slack drops to 6.0. Same answer as a full rebuild, less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Place, CTS, and ECO change tiny regions millions of times. Full-chip rebuilds every edit would not finish. Cone invalidate-and-repair is the habit.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open **incremental-update**. Load the starter, run the analysis once, and read the metrics panel. Orient yourself—challenge panel, canvas, Check—then mirror the same goldens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use `common/tiny_timing.json` with the helpers in `common/graph.py` and `common/propagate.py`. Run `python3 common/test_propagate.py` (and the timing-graph test) until the goldens print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setup and hold required maps. Do not propagate before the graph is levelized. After an edit or exception, recompute—stale tags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 on at least one track—preferably both. When your numbers match the goldens, take the quiz,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Incremental timing update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timers cannot rebuild the chip after every buffer insert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Invalidated cone: u1/Y, u2/A, u2/Y, out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Clean: in, u1/A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ΔA(out)=+0.8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these numbers handy, the browser challenges and Track A tests use the same instance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&lt;!-- algorithm-walkthrough --&gt;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 from a full analysis</a:t>
            </a:r>
          </a:p>
        </p:txBody>
      </p:sp>
      <p:pic>
        <p:nvPicPr>
          <p:cNvPr id="3" name="Picture 2" descr="01-base-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Start from a full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Edit one cell delay</a:t>
            </a:r>
          </a:p>
        </p:txBody>
      </p:sp>
      <p:pic>
        <p:nvPicPr>
          <p:cNvPr id="3" name="Picture 2" descr="02-local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Edit one cell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Invalidate the fanout cone</a:t>
            </a:r>
          </a:p>
        </p:txBody>
      </p:sp>
      <p:pic>
        <p:nvPicPr>
          <p:cNvPr id="3" name="Picture 2" descr="03-invalidate-c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Invalidate the fanout cone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Recompute only the dirty pins</a:t>
            </a:r>
          </a:p>
        </p:txBody>
      </p:sp>
      <p:pic>
        <p:nvPicPr>
          <p:cNvPr id="3" name="Picture 2" descr="04-re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Recompute only the dirty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timers insist on incremental</a:t>
            </a:r>
          </a:p>
        </p:txBody>
      </p:sp>
      <p:pic>
        <p:nvPicPr>
          <p:cNvPr id="3" name="Picture 2" descr="05-why-incre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timers insist on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incremental-update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the starter, run the analysis once, and read the metrics panel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Orient yourself, challenge panel, canvas, Check, then mirror the same goldens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`python3 common/test_propagate.py` (and the timing-graph test) until the goldens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setup and hold required maps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propagate before the graph is levelized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an edit or exception, recompute, stale tags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 on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your numbers match the goldens, take the quiz, then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incremental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