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timers cannot rebuild the chip after every buffer insert. They invalidate a cone and recompute. You will bump u1’s cell delay from 1.2 to 2.0 and see A(out) move from 3.2 to 4.0 with setup slack 6.0.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Invalidated cone: u1/Y, u2/A, u2/Y, out. Clean: in, u1/A. ΔA(out)=+0.8. Keep these numbers handy—the browser challenges and Track A tests use the same instance.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Incremental STA is cone invalidation plus selective recompute. After an arc delay edit, BFS the fanout from the arc’s sink, clear those arrivals, then refill in topo order.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 the u1 cell delay from one point two to two. The golden cone is u1/Y, u2/A, u2/Y, and out. Arrival at out becomes four and setup slack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Base arrival at out is 3.2 with setup slack 6.8. Incremental update never starts from an empty graph—it starts from valid tags.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Bump the u1 cell arc from 1.2 to 2.0. Only the fanout cone of u1/Y can change—everything upstream of the edit stays 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 u1/Y, u2/A, u2/Y, and out dirty. Do not touch in or u1/A—their arrivals are still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Replay topo order on dirty pins. Arrival at out becomes 4.0; setup slack drops to 6.0. Same answer as a full rebuild, less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Place, CTS, and ECO change tiny regions millions of times. Full-chip rebuilds every edit would not finish. Cone invalidate-and-repair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open **incremental-update**. Load the starter, run the analysis once, and read the metrics panel. Orient yourself—challenge panel, canvas, Check—then mirror the same goldens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implement track, use `common/tiny_timing.json` with the helpers in `common/graph.py` and `common/propagate.py`. Run `python3 common/test_propagate.py` (and the timing-graph test) until the goldens print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mix setup and hold required maps. Do not propagate before the graph is levelized. After an edit or exception, recompute—stale tags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Finish the checklist on at least one track—preferably both. When your numbers match the goldens, take the quiz, then continue.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Incremental timing update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Real timers cannot rebuild the chip after every buffer insert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Goldens to remember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Invalidated cone: u1/Y, u2/A, u2/Y, out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Clean: in, u1/A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ΔA(out)=+0.8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Keep these numbers handy, the browser challenges and Track A tests use the same instance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Incremental STA is cone invalidation plus selective recompute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arc delay edit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Bump the u1 cell delay from one point two to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The golden cone is u1/Y, u2/A, u2/Y, and out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Arrival at out becomes four and setup slack six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G, edit u→v delay:=d', A_old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A_new, invalidated cone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set delay(u,v)←d'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inv ← BFS successors from v (incl. v)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delete A[p] for p in inv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recompute A in topo order for missing pins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edit 1.2→2.0 on u1 cell: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  inv={u1/Y,u2/A,u2/Y,out}; A[out]=4.0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Start from a full analysis</a:t>
            </a:r>
          </a:p>
        </p:txBody>
      </p:sp>
      <p:pic>
        <p:nvPicPr>
          <p:cNvPr id="3" name="Picture 2" descr="01-base-ta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Start from a full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Edit one cell delay</a:t>
            </a:r>
          </a:p>
        </p:txBody>
      </p:sp>
      <p:pic>
        <p:nvPicPr>
          <p:cNvPr id="3" name="Picture 2" descr="02-local-e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Edit one cell delay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Invalidate the fanout cone</a:t>
            </a:r>
          </a:p>
        </p:txBody>
      </p:sp>
      <p:pic>
        <p:nvPicPr>
          <p:cNvPr id="3" name="Picture 2" descr="03-invalidate-c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Invalidate the fanout cone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Recompute only the dirty pins</a:t>
            </a:r>
          </a:p>
        </p:txBody>
      </p:sp>
      <p:pic>
        <p:nvPicPr>
          <p:cNvPr id="3" name="Picture 2" descr="04-recomp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Recompute only the dirty pins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Why timers insist on incremental</a:t>
            </a:r>
          </a:p>
        </p:txBody>
      </p:sp>
      <p:pic>
        <p:nvPicPr>
          <p:cNvPr id="3" name="Picture 2" descr="05-why-increme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04113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Why timers insist on incremental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 lab, open </a:t>
            </a:r>
            <a:r>
              <a:rPr sz="2000" b="1">
                <a:solidFill>
                  <a:srgbClr val="333333"/>
                </a:solidFill>
                <a:latin typeface="Calibri"/>
              </a:rPr>
              <a:t>incremental-update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Load the starter, run the analysis once, and read the metrics panel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Orient yourself, challenge panel, canvas, Check, then mirror the same goldens in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implement track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Run `python3 common/test_propagate.py` (and the timing-graph test) until the goldens 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mix setup and hold required maps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propagate before the graph is levelized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After an edit or exception, recompute, stale tags lie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Finish the checklist on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your numbers match the goldens, take the quiz, then continue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learn_sta — 01 incremental update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