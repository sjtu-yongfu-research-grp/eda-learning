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index GCells, compare capacity to demand, estimate with RUDY and L-shapes, report overflow, inflate cells, reweight nets, and run a one-pass placement feedback on a tiny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stayed in the browser, implement RUDY and overflow once in Python. If you stayed in Track A, skim the heat-map lab so the colors match your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Units between estimators, clamp-and-floor GCell indexing, and never treating “reveal golden” as the solve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 steps are learn_global_routing—GCells with real edge capacities—or learn_clock_tree if you continue the PD spine toward 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three algorithms and one strength each. Say which idea you reach for on a center-clustered seed. Pick your next course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are ready, take the short quiz, then open the next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You can now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a one-pass placement feedback on a tiny chip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Dual-track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the browser, implement RUDY and overflow once in Python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Track A, skim the heat-map lab so the colors match your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Units between estimators, clamp-and-floor GCell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steps are learn_global_routing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three algorithms and one strength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which idea you reach for on a center-clustered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your next course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open the next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