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Congestion estimation matters when it changes placement. One toy pass: RUDY → congestion → inflate → push cells from overflowing GCells toward quieter neighbors → remeasure overflow.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inflation, each movable cell in an overflowing tile takes a step toward the neighbor GCell with least overflow. Clamp to the chip. Recompute RUDY. On congested_seed you should see total overflow drop after one pass—not to zero, but clearly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Congested seed starts with total overflow 5 at Cap=2.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RUDY → congestion → overflow per 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Cells in overflowing tiles step toward the quietest neighbor GCell.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one feedback pass, total overflow falls (often to ~0 on this toy).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flows iterate with global routing; next course deepens GCell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**placement-feedback**. Run the feedback helper, then nudge further if needed to clear challenges. Check scores post-feedback overflow from your 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`placement_feedback_lite`. Print overflow before and after on congested_seed. Assert after is strictly less than before at Cap equals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Pushing macros that should stay fixed. Infinite oscillation from oversized steps—use a fraction of GCell size. Declaring victory without recomputing demand after the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feedback lab and offline compare next. Then the wrap points you to global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Close the loop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Congestion estimation matters when it changes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placement feedback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After inflation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Clamp to the chip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Recompute RUDY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congested_seed you should see total overflow drop after one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placement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Hot starter</a:t>
            </a:r>
          </a:p>
        </p:txBody>
      </p:sp>
      <p:pic>
        <p:nvPicPr>
          <p:cNvPr id="3" name="Picture 2" descr="01-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Hot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placement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Estimate</a:t>
            </a:r>
          </a:p>
        </p:txBody>
      </p:sp>
      <p:pic>
        <p:nvPicPr>
          <p:cNvPr id="3" name="Picture 2" descr="02-esti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placement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Push outward</a:t>
            </a:r>
          </a:p>
        </p:txBody>
      </p:sp>
      <p:pic>
        <p:nvPicPr>
          <p:cNvPr id="3" name="Picture 2" descr="03-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Push outward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placement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Overflow drops</a:t>
            </a:r>
          </a:p>
        </p:txBody>
      </p:sp>
      <p:pic>
        <p:nvPicPr>
          <p:cNvPr id="3" name="Picture 2" descr="04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Overflow drops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placement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Toward routing</a:t>
            </a:r>
          </a:p>
        </p:txBody>
      </p:sp>
      <p:pic>
        <p:nvPicPr>
          <p:cNvPr id="3" name="Picture 2" descr="05-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Toward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placement 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placement feedback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`placement_feedback_lite`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overflow before and after on congested_seed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after is strictly less than before at Cap equals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placement feedback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Pushing macros that should stay fixed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Infinite oscillation from oversized steps, use a fraction of GCell size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Declaring victory without recomputing demand after the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placement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feedback lab and offline compare next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Then the wrap points you to global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placement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