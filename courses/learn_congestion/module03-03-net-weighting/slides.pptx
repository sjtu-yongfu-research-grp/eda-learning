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weighting raises the cost of nets that cross congested GCells so a weighted placer pulls those pins apart. Weight equals one plus beta times mean congestion under the net bbox.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net, average congestion over GCells under its bbox. Scale with beta—one point zero is a clear demo. The four-pin net on a clustered seed should outrank the short E–F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Nets through congested GCells get larger weights for weighted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Average congestion over GCells under the net bbox—not the whole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 cluster, the 4-pin net outranks short E–F.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congestion falls, weights ease back toward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HPWL pulls soft from hotspots—pair with inflators.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**net-weighting**. Compare weights on spread versus congested seeds. Challenges check that a hot net’s weight exceeds a cool net’s weight on your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`net_weights_from_congestion`. Print the six weights for congested_seed. Confirm net index four is among the highest.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Averaging over the whole chip instead of the net bbox. Using demand instead of congestion ratios. Updating weights but forgetting the placer still optimizes unweighted HPWL in the toy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weighting. Next: one full placement feedback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Pull soft from hotspots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Net weighting raises the cost of nets that cross congested GCells so a weighted placer pulls those pins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net, average congestion over GCells under its bbox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Scale with beta, one point zero is a clear demo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four-pin net on a clustered seed should outrank the short E–F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Weight hot nets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Weight hot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Mean under bbox</a:t>
            </a:r>
          </a:p>
        </p:txBody>
      </p:sp>
      <p:pic>
        <p:nvPicPr>
          <p:cNvPr id="3" name="Picture 2" descr="02-b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Mean under bbox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4-pin ranks high</a:t>
            </a:r>
          </a:p>
        </p:txBody>
      </p:sp>
      <p:pic>
        <p:nvPicPr>
          <p:cNvPr id="3" name="Picture 2" descr="03-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4-pin ranks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Spread lowers weights</a:t>
            </a:r>
          </a:p>
        </p:txBody>
      </p:sp>
      <p:pic>
        <p:nvPicPr>
          <p:cNvPr id="3" name="Picture 2" descr="04-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Spread lowers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Use in placer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Use in placer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`net_weights_from_congestion`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the six weights for congested_seed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net index four is among the highest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Averaging over the whole chip instead of the net bbox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demand instead of congestion ratios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Updating weights but forgetting the placer still optimizes unweighted HPWL in the toy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weighting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one full placement feedback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net weighting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