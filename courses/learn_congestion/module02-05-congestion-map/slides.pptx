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Congestion is a ratio: demand divided by capacity. A heat map paints that ratio per GCell so you can point at the hottest tile without reading a matrix of floats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cong[i][j] equals demand[i][j] over Cap. Values above one are oversubscribed. The hottest GCell is the argmax. On the congested seed, expect the center columns to light up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Congestion is a ratio per GCell—values above one are oversubscribed.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Argmax over the matrix with fixed scan order for stable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Hotter colors mean higher congestion; use metrics for exact floats.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Dragging cells can move which tile is hottest.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Spread placement lowers peak ratios.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**congestion-map**. Read the heat legend. Move cells until a different GCell becomes hottest, then Check. Study reveal shows a reference map—do not rely on it to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`congestion_map(demand, capacity)` returning the ratio matrix and hottest index. Print hottest for both placement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Dividing by zero capacity. Coloring by raw demand while labeling the plot “congestion.” Breaking ties in argmax nondeterministically—pick a fixed scan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the lab. Next: overflow metrics compress the map into totals you can regress.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Demand over capacity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Congestion is a ratio: demand divided by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05 congestion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Cong[i][j] equals demand[i][j] over Cap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Values above one are oversubscribed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hottest GCell is the argmax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the congested seed, expect the center columns to light up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05 congestion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Demand / Cap</a:t>
            </a:r>
          </a:p>
        </p:txBody>
      </p:sp>
      <p:pic>
        <p:nvPicPr>
          <p:cNvPr id="3" name="Picture 2" descr="01-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Demand / 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05 congestion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Hottest tile</a:t>
            </a:r>
          </a:p>
        </p:txBody>
      </p:sp>
      <p:pic>
        <p:nvPicPr>
          <p:cNvPr id="3" name="Picture 2" descr="02-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Hottest tile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05 congestion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Read the colors</a:t>
            </a:r>
          </a:p>
        </p:txBody>
      </p:sp>
      <p:pic>
        <p:nvPicPr>
          <p:cNvPr id="3" name="Picture 2" descr="03-leg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Read the colors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05 congestion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Move the hotspot</a:t>
            </a:r>
          </a:p>
        </p:txBody>
      </p:sp>
      <p:pic>
        <p:nvPicPr>
          <p:cNvPr id="3" name="Picture 2" descr="04-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Move the hotspot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05 congestion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Cooler map</a:t>
            </a:r>
          </a:p>
        </p:txBody>
      </p:sp>
      <p:pic>
        <p:nvPicPr>
          <p:cNvPr id="3" name="Picture 2" descr="05-sp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Cooler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05 congestion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05 congestion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`congestion_map(demand, capacity)` returning the ratio matrix and hottest index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hottest for both placement seeds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05 congestion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Dividing by zero capacity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Pick a fixed scan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05 congestion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Finish the lab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overflow metrics compress the map into totals you can regress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05 congestion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