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RUDY paints the whole bbox. Probabilistic demand instead assumes two-pin nets route on L-shapes: half the probability goes horizontal-then-vertical, half the other bend. That concentrates demand on corridors instead of the filled rectangle.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 two-pin net, walk GCells along each L and add one half unit of demand per walk (toy scaling). Multi-pin nets: star from the bbox center to each pin and deposit like two-pin edges. Compare the resulting matrix to RUDY on the same 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Two-pin nets route on L-shapes with half probability each bend.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GCells on each leg and share demand along the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 from bbox center to each pin; deposit like two-pin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Probabilistic concentrates on corridors; RUDY paints the bbox.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Spreading still reduces probabilistic overflow—feedback is 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**probabilistic-demand**. Toggle RUDY versus probabilistic overlays. Note which center tiles differ. Challenges score your placement’s probabilistic overflow, not which button you clicked.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`probabilistic_demand`. On spread placement, print both RUDY and probabilistic totals. Explain one tile where they disagree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Double-counting the corner GCell on both L legs. Forgetting multi-pin nets. Scaling probabilistic deposits so differently from RUDY that overflow comparisons become meaningless—document your unit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the checklist. Next: turn demand into a congestion heat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L-shape routes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RUDY paints the whole bbox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probabilistic demand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a two-pin net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Multi-pin nets: star from the bbox center to each pin and deposit like two-pin edges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Compare the resulting matrix to RUDY on the same 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probabilistic demand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L-shape idea</a:t>
            </a:r>
          </a:p>
        </p:txBody>
      </p:sp>
      <p:pic>
        <p:nvPicPr>
          <p:cNvPr id="3" name="Picture 2" descr="01-l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L-shape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probabilistic demand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Deposit along legs</a:t>
            </a:r>
          </a:p>
        </p:txBody>
      </p:sp>
      <p:pic>
        <p:nvPicPr>
          <p:cNvPr id="3" name="Picture 2" descr="02-depos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Deposit along legs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probabilistic demand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Multi-pin star</a:t>
            </a:r>
          </a:p>
        </p:txBody>
      </p:sp>
      <p:pic>
        <p:nvPicPr>
          <p:cNvPr id="3" name="Picture 2" descr="03-mul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Multi-pin star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probabilistic demand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Versus RUDY</a:t>
            </a:r>
          </a:p>
        </p:txBody>
      </p:sp>
      <p:pic>
        <p:nvPicPr>
          <p:cNvPr id="3" name="Picture 2" descr="04-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Versus RUDY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probabilistic demand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Spread again</a:t>
            </a:r>
          </a:p>
        </p:txBody>
      </p:sp>
      <p:pic>
        <p:nvPicPr>
          <p:cNvPr id="3" name="Picture 2" descr="05-c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Spread again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probabilistic demand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probabilistic demand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`probabilistic_demand`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spread placement, print both RUDY and probabilistic totals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Explain one tile where they disagree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probabilistic demand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Double-counting the corner GCell on both L legs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multi-pin nets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Document your unit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probabilistic demand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Clear the checklist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turn demand into a congestion heat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learn_congestion — 03 probabilistic demand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