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estimators need a harness: same JSON in, overflow and runtime out. Comparing engines teaches you what “better congestion” means beyond a pretty heat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 the instance. Run RUDY and probabilistic. Record total overflow, max overflow, wall time. Optionally compare to a reference map. Write one discrepancy hypothesis.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small Python driver loading tiny_cong.json is enough. Print a markdown table. Missing external tools are OK—document blockers and still validate I/O.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Changing Cap between rows of the table. Comparing incompatible demand units. Optimizing runtime before correctness.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Fill one comparison table for spread versus congested seeds. Then open the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compare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Toy estimators need a harness: same JSON in, overflow and runtime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Fix the instance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RUDY and probabilistic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Record total overflow, max overflow, wall time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Optionally compare to a reference map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Write one discrepancy 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Harness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small Python driver loading tiny_cong.json is enough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a markdown table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external tools are OK, document blockers and still validate I/O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Cap between rows of the table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Comparing incompatible demand units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Optimizing runtime before 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offline benchmark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Fill one comparison table for spread versus congested seeds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Then open the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01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