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legalization you have legal cell sites, but routers still think in coarser tiles called GCells. Our toy chip is twelve by eight. We overlay a four by two grid: each GCell is three wide and four tall. Congestion literacy starts by naming which tile owns a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Index with lower-left origin. Column i is floor of x over cell width, clamped to zero through three. Row j is floor of y over cell height, clamped to zero or one. Cell A at one comma one lands in GCell zero comma zero. Cell D at eight comma five lands in two comma one. Memorize that mapping—every estimator reuses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Twelve by eight chip with a four-by-two GCell overlay. Each tile is three by four.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Cell A at (1,1) indexes to GCell column 0, row 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 at (8,5) → i=2, j=1 (top row).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cell maps to exactly one GCell; the grid is the router’s coarse 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Congested seed piles cells into center tiles—later labs heat those GCells.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the **gcell-grid** lab. Move a cell and read the GCell index in the metrics panel. Paint the grid lines so the four-by-two tiling is obvious. Then encode the same clamp-and-floor rule in Track 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Parse `tiny_cong.json`. Print nx, ny, cellW, cellH. Write `cell_gcell(x, y)` returning (i, j). Assert A→(0,0) and D→(2,1) on the spread placement. No demand yet—this module is pure geometry.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Using upper-left image coordinates instead of chip lower-left. Forgetting to clamp points on the right or top edge into the last tile. Mixing site columns from legalization with GCell columns—different grids.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Finish the checklist. Be able to sketch the eight GCells from memory. Next: capacity versus demand—the supply side of the 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GCells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After legalization you have legal cell sites, but routers still think in coarser tiles called GCells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learn_congestion — 01 gcell grid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Index with lower-left origin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Column i is floor of x over cell width, clamped to zero through three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Row j is floor of y over cell height, clamped to zero or one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Cell A at one comma one lands in GCell zero comma zero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Cell D at eight comma five lands in two comma one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Memorize that mapping, every estimator reuses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learn_congestion — 01 gcell grid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Chip and GCells</a:t>
            </a:r>
          </a:p>
        </p:txBody>
      </p:sp>
      <p:pic>
        <p:nvPicPr>
          <p:cNvPr id="3" name="Picture 2" descr="01-ch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Chip and GCells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learn_congestion — 01 gcell grid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A lands in (0,0)</a:t>
            </a:r>
          </a:p>
        </p:txBody>
      </p:sp>
      <p:pic>
        <p:nvPicPr>
          <p:cNvPr id="3" name="Picture 2" descr="02-a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A lands in (0,0)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learn_congestion — 01 gcell grid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D lands in (2,1)</a:t>
            </a:r>
          </a:p>
        </p:txBody>
      </p:sp>
      <p:pic>
        <p:nvPicPr>
          <p:cNvPr id="3" name="Picture 2" descr="03-d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D lands in (2,1)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learn_congestion — 01 gcell grid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Paint all centers</a:t>
            </a:r>
          </a:p>
        </p:txBody>
      </p:sp>
      <p:pic>
        <p:nvPicPr>
          <p:cNvPr id="3" name="Picture 2" descr="04-pa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Paint all centers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learn_congestion — 01 gcell grid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Clustered seed</a:t>
            </a:r>
          </a:p>
        </p:txBody>
      </p:sp>
      <p:pic>
        <p:nvPicPr>
          <p:cNvPr id="3" name="Picture 2" descr="05-se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Clustered seed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learn_congestion — 01 gcell grid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learn_congestion — 01 gcell grid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Parse `tiny_cong.json`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Print nx, ny, cellW, cellH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Write `cell_gcell(x, y)` returning (i, j)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Assert A→(0,0) and D→(2,1) on the spread placement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No demand yet, this module is pure geometry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learn_congestion — 01 gcell grid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Using upper-left image coordinates instead of chip lower-left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Forgetting to clamp points on the right or top edge into the last tile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Mixing site columns from legalization with GCell columns, different grids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learn_congestion — 01 gcell grid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Finish the checklist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Be able to sketch the eight GCells from memory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capacity versus demand, the supply side of the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learn_congestion — 01 gcell grid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