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Inflators tell the placer that cells in congested GCells should act bigger, encouraging spreading on the next pass. On the toy grid we scale width: width prime equals width times one plus alpha times congestion minus one, when congestion is above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cell center to a GCell. If that tile’s congestion exceeds one, inflate; otherwise leave width alone. Alpha around zero point five keeps the demo visible without exploding geometry. Coordinates stay put—this lab changes widths, not x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cells in hot GCells act larger so the next place pass spreads.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cong&gt;1: w' = w·(1+α(c−1)), α=0.5.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congestion from RUDY, then inflate widths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in tiles with cong≤1 stay at base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Widths feed the next placer—estimation alone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**cell-inflator**. Run inflate on congested_seed and read which cells grew. Challenges verify inflated widths from your congestion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`inflate_cells` with alpha equals zero point five. Print before/after widths for cells sitting in oversubscribed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Inflating every cell when only some GCells are hot. Inflating height when the placer model only tracks width. Applying inflation twice without resetting to base widths.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the inflator challenges. Next: net weighting—the wirelength-side knob.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Make hot cells larger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Inflators tell the placer that cells in congested GCells should act bigger, encouraging spreading on the next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Map each cell center to a GCell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that tile’s congestion exceeds one, inflate; otherwise leave width alone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Alpha around zero point five keeps the demo visible without exploding geometry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Coordinates stay put, this lab changes widths, not x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inflate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inflate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Scale rule</a:t>
            </a:r>
          </a:p>
        </p:txBody>
      </p:sp>
      <p:pic>
        <p:nvPicPr>
          <p:cNvPr id="3" name="Picture 2" descr="02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Scale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Apply once</a:t>
            </a:r>
          </a:p>
        </p:txBody>
      </p:sp>
      <p:pic>
        <p:nvPicPr>
          <p:cNvPr id="3" name="Picture 2" descr="03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Apply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Quiet tiles</a:t>
            </a:r>
          </a:p>
        </p:txBody>
      </p:sp>
      <p:pic>
        <p:nvPicPr>
          <p:cNvPr id="3" name="Picture 2" descr="04-qu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Quiet 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Link to place</a:t>
            </a:r>
          </a:p>
        </p:txBody>
      </p:sp>
      <p:pic>
        <p:nvPicPr>
          <p:cNvPr id="3" name="Picture 2" descr="05-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Link to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`inflate_cells` with alpha equals zero point five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before/after widths for cells sitting in oversubscribed 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Inflating every cell when only some GCells are hot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Inflating height when the placer model only tracks width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inflation twice without resetting to base widths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the inflator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 weighting, the wirelength-side knob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cell inflator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