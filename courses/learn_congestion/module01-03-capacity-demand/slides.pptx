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GCell has a routing budget—capacity. Estimators deposit demand into the same tiles. When demand exceeds capacity the tile is oversubscribed. On our toy instance capacity is two point zero for every GCell unless you change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Surplus equals demand minus capacity. Positive surplus means overflow. List oversubscribed tiles before you trust a heat map. Capacity can later become anisotropic edge capacities; here it is a scalar so goldens stay simple.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GCell has capacity 2.0 on the toy instance.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Estimators deposit demand into tiles; surplus = demand − Cap.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every tile with demand &gt; Cap before trusting a heat map.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Cap=1 more tiles fail—capacity is part of the contract.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cells outward reduces how many tiles exceed Cap.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**capacity-demand**. Toggle capacity between one and two while holding a fixed demand seed. Watch which tiles flip. Check challenges that score your capacity choice against overflow counts—not a “show golden” click.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a demand matrix from RUDY (or a hand-filled stub), compute surplus and the oversubscribed set. Print both for capacity equals two and capacity equals one. Keep the API ready for the overflow-metrics lab.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demand to capacity without documenting units. Treating zero demand as “healthy” while ignoring that neighboring tiles may be hot. Changing capacity mid-challenge without resetting the starter placement.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Track A or B. Next: RUDY—the classic demand estimator that fills those tiles from net bounding boxes.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Supply and load</a:t>
            </a:r>
          </a:p>
          <a:p>
            <a:pPr algn="ctr">
              <a:lnSpc>
                <a:spcPts val="2200"/>
              </a:lnSpc>
              <a:spcBef>
                <a:spcPts val="1400"/>
              </a:spcBef>
            </a:pPr>
            <a:r>
              <a:rPr sz="2600" b="0">
                <a:solidFill>
                  <a:srgbClr val="333333"/>
                </a:solidFill>
                <a:latin typeface="Calibri"/>
              </a:rPr>
              <a:t>A GCell has a routing budget, capacity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03 capacity demand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Surplus equals demand minus capacity</a:t>
            </a:r>
          </a:p>
          <a:p>
            <a:pPr lvl="0" marL="457200" indent="-228600">
              <a:buFont typeface="Calibri"/>
              <a:spcAft>
                <a:spcPts val="1000"/>
              </a:spcAft>
              <a:buSzPct val="100000"/>
              <a:buChar char="•"/>
              <a:lnSpc>
                <a:spcPts val="2200"/>
              </a:lnSpc>
            </a:pPr>
            <a:r>
              <a:rPr sz="2000" b="0">
                <a:solidFill>
                  <a:srgbClr val="333333"/>
                </a:solidFill>
                <a:latin typeface="Calibri"/>
              </a:rPr>
              <a:t>Positive surplus means overflow</a:t>
            </a:r>
          </a:p>
          <a:p>
            <a:pPr lvl="0" marL="457200" indent="-228600">
              <a:buFont typeface="Calibri"/>
              <a:spcAft>
                <a:spcPts val="1000"/>
              </a:spcAft>
              <a:buSzPct val="100000"/>
              <a:buChar char="•"/>
              <a:lnSpc>
                <a:spcPts val="2200"/>
              </a:lnSpc>
            </a:pPr>
            <a:r>
              <a:rPr sz="2000" b="0">
                <a:solidFill>
                  <a:srgbClr val="333333"/>
                </a:solidFill>
                <a:latin typeface="Calibri"/>
              </a:rPr>
              <a:t>List oversubscribed tiles before you trust a heat map</a:t>
            </a:r>
          </a:p>
          <a:p>
            <a:pPr lvl="0" marL="457200" indent="-228600">
              <a:buFont typeface="Calibri"/>
              <a:spcAft>
                <a:spcPts val="1000"/>
              </a:spcAft>
              <a:buSzPct val="100000"/>
              <a:buChar char="•"/>
              <a:lnSpc>
                <a:spcPts val="2200"/>
              </a:lnSpc>
            </a:pPr>
            <a:r>
              <a:rPr sz="2000" b="0">
                <a:solidFill>
                  <a:srgbClr val="333333"/>
                </a:solidFill>
                <a:latin typeface="Calibri"/>
              </a:rPr>
              <a:t>Capacity can later become anisotropic edge capacities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03 capacity demand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Capacity budget</a:t>
            </a:r>
          </a:p>
        </p:txBody>
      </p:sp>
      <p:pic>
        <p:nvPicPr>
          <p:cNvPr id="3" name="Picture 2" descr="01-cap.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Capacity budget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03 capacity demand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Demand arrives</a:t>
            </a:r>
          </a:p>
        </p:txBody>
      </p:sp>
      <p:pic>
        <p:nvPicPr>
          <p:cNvPr id="3" name="Picture 2" descr="02-demand.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Demand arrives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03 capacity demand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Oversubscribed tiles</a:t>
            </a:r>
          </a:p>
        </p:txBody>
      </p:sp>
      <p:pic>
        <p:nvPicPr>
          <p:cNvPr id="3" name="Picture 2" descr="03-flag.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Oversubscribed tiles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03 capacity demand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Lower Cap</a:t>
            </a:r>
          </a:p>
        </p:txBody>
      </p:sp>
      <p:pic>
        <p:nvPicPr>
          <p:cNvPr id="3" name="Picture 2" descr="04-toggle.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Lower Cap</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03 capacity demand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Spread helps</a:t>
            </a:r>
          </a:p>
        </p:txBody>
      </p:sp>
      <p:pic>
        <p:nvPicPr>
          <p:cNvPr id="3" name="Picture 2" descr="05-spread.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Spread helps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03 capacity demand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03 capacity demand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Given a demand matrix from RUDY (or a hand-filled stub)</a:t>
            </a:r>
          </a:p>
          <a:p>
            <a:pPr lvl="0" marL="457200" indent="-228600">
              <a:buFont typeface="Calibri"/>
              <a:spcAft>
                <a:spcPts val="1000"/>
              </a:spcAft>
              <a:buSzPct val="100000"/>
              <a:buChar char="•"/>
              <a:lnSpc>
                <a:spcPts val="2200"/>
              </a:lnSpc>
            </a:pPr>
            <a:r>
              <a:rPr sz="2000" b="0">
                <a:solidFill>
                  <a:srgbClr val="333333"/>
                </a:solidFill>
                <a:latin typeface="Calibri"/>
              </a:rPr>
              <a:t>Print both for capacity equals two and capacity equals one</a:t>
            </a:r>
          </a:p>
          <a:p>
            <a:pPr lvl="0" marL="457200" indent="-228600">
              <a:buFont typeface="Calibri"/>
              <a:spcAft>
                <a:spcPts val="1000"/>
              </a:spcAft>
              <a:buSzPct val="100000"/>
              <a:buChar char="•"/>
              <a:lnSpc>
                <a:spcPts val="2200"/>
              </a:lnSpc>
            </a:pPr>
            <a:r>
              <a:rPr sz="2000" b="0">
                <a:solidFill>
                  <a:srgbClr val="333333"/>
                </a:solidFill>
                <a:latin typeface="Calibri"/>
              </a:rPr>
              <a:t>Keep the API ready for the overflow-metrics lab</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03 capacity demand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Comparing demand to capacity without documenting units</a:t>
            </a:r>
          </a:p>
          <a:p>
            <a:pPr lvl="0" marL="457200" indent="-228600">
              <a:buFont typeface="Calibri"/>
              <a:spcAft>
                <a:spcPts val="1000"/>
              </a:spcAft>
              <a:buSzPct val="100000"/>
              <a:buChar char="•"/>
              <a:lnSpc>
                <a:spcPts val="2200"/>
              </a:lnSpc>
            </a:pPr>
            <a:r>
              <a:rPr sz="2000" b="0">
                <a:solidFill>
                  <a:srgbClr val="333333"/>
                </a:solidFill>
                <a:latin typeface="Calibri"/>
              </a:rPr>
              <a:t>Treating zero demand as “healthy” while ignoring that neighboring tiles may be hot</a:t>
            </a:r>
          </a:p>
          <a:p>
            <a:pPr lvl="0" marL="457200" indent="-228600">
              <a:buFont typeface="Calibri"/>
              <a:spcAft>
                <a:spcPts val="1000"/>
              </a:spcAft>
              <a:buSzPct val="100000"/>
              <a:buChar char="•"/>
              <a:lnSpc>
                <a:spcPts val="2200"/>
              </a:lnSpc>
            </a:pPr>
            <a:r>
              <a:rPr sz="2000" b="0">
                <a:solidFill>
                  <a:srgbClr val="333333"/>
                </a:solidFill>
                <a:latin typeface="Calibri"/>
              </a:rPr>
              <a:t>Changing capacity mid-challenge without resetting the starter placement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03 capacity demand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Track A or B</a:t>
            </a:r>
          </a:p>
          <a:p>
            <a:pPr lvl="0" marL="457200" indent="-228600">
              <a:buFont typeface="Calibri"/>
              <a:spcAft>
                <a:spcPts val="1000"/>
              </a:spcAft>
              <a:buSzPct val="100000"/>
              <a:buChar char="•"/>
              <a:lnSpc>
                <a:spcPts val="2200"/>
              </a:lnSpc>
            </a:pPr>
            <a:r>
              <a:rPr sz="2000" b="0">
                <a:solidFill>
                  <a:srgbClr val="333333"/>
                </a:solidFill>
                <a:latin typeface="Calibri"/>
              </a:rPr>
              <a:t>Next: RUDY, the classic demand estimator that fills those tiles from net bounding boxes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03 capacity demand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