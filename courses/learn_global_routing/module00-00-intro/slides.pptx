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estimated congestion on GCells. Global routing commits coarse paths on the GCell graph, depositing usage on edges before detailed routing or CTS. This course teaches that graph, pattern routers, overflow, and rip-up on a tiny chip.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B is the browser lab: route nets, watch edge heat, clear challenges. Track A is implement: Python solvers on tiny_gr.json. Use either or both. Browser first for intuition is fine.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Foundations cover the routing graph and terminals. Patterns cover L, Z, maze, and multipin star. Congestion response covers edge overflow and rip-up. Sequential global ties the flow together. Offline compare and wrap close the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learn_congestion or learn_legalization so GCell indexing and placed netlists already make sense. Congestion demand maps are cousins—not the same as edge usage deposits.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module README, pick a track, check the checklist, then skim the clip when media is available. Odd module slots leave room to insert algorithms later without renumbering.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GCell routing graph and enumerate eleven edges on the four-by-two grid.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Global routing in the stack</a:t>
            </a:r>
          </a:p>
          <a:p>
            <a:pPr algn="ctr">
              <a:lnSpc>
                <a:spcPts val="2200"/>
              </a:lnSpc>
              <a:spcBef>
                <a:spcPts val="1400"/>
              </a:spcBef>
            </a:pPr>
            <a:r>
              <a:rPr sz="2600" b="0">
                <a:solidFill>
                  <a:srgbClr val="333333"/>
                </a:solidFill>
                <a:latin typeface="Calibri"/>
              </a:rPr>
              <a:t>You estimated congestion on GCells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Track B is the browser lab: route nets, watch edge heat, clear challenges</a:t>
            </a:r>
          </a:p>
          <a:p>
            <a:pPr lvl="0" marL="457200" indent="-228600">
              <a:buFont typeface="Calibri"/>
              <a:spcAft>
                <a:spcPts val="1000"/>
              </a:spcAft>
              <a:buSzPct val="100000"/>
              <a:buChar char="•"/>
              <a:lnSpc>
                <a:spcPts val="2200"/>
              </a:lnSpc>
            </a:pPr>
            <a:r>
              <a:rPr sz="2000" b="0">
                <a:solidFill>
                  <a:srgbClr val="333333"/>
                </a:solidFill>
                <a:latin typeface="Calibri"/>
              </a:rPr>
              <a:t>Track A is implement: Python solvers on tiny_gr.json</a:t>
            </a:r>
          </a:p>
          <a:p>
            <a:pPr lvl="0" marL="457200" indent="-228600">
              <a:buFont typeface="Calibri"/>
              <a:spcAft>
                <a:spcPts val="1000"/>
              </a:spcAft>
              <a:buSzPct val="100000"/>
              <a:buChar char="•"/>
              <a:lnSpc>
                <a:spcPts val="2200"/>
              </a:lnSpc>
            </a:pPr>
            <a:r>
              <a:rPr sz="2000" b="0">
                <a:solidFill>
                  <a:srgbClr val="333333"/>
                </a:solidFill>
                <a:latin typeface="Calibri"/>
              </a:rPr>
              <a:t>Use either or both</a:t>
            </a:r>
          </a:p>
          <a:p>
            <a:pPr lvl="0" marL="457200" indent="-228600">
              <a:buFont typeface="Calibri"/>
              <a:spcAft>
                <a:spcPts val="1000"/>
              </a:spcAft>
              <a:buSzPct val="100000"/>
              <a:buChar char="•"/>
              <a:lnSpc>
                <a:spcPts val="2200"/>
              </a:lnSpc>
            </a:pPr>
            <a:r>
              <a:rPr sz="2000" b="0">
                <a:solidFill>
                  <a:srgbClr val="333333"/>
                </a:solidFill>
                <a:latin typeface="Calibri"/>
              </a:rPr>
              <a:t>Browser first for intuition is fine</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Course map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Foundations cover the routing graph and terminals</a:t>
            </a:r>
          </a:p>
          <a:p>
            <a:pPr lvl="0" marL="457200" indent="-228600">
              <a:buFont typeface="Calibri"/>
              <a:spcAft>
                <a:spcPts val="1000"/>
              </a:spcAft>
              <a:buSzPct val="100000"/>
              <a:buChar char="•"/>
              <a:lnSpc>
                <a:spcPts val="2200"/>
              </a:lnSpc>
            </a:pPr>
            <a:r>
              <a:rPr sz="2000" b="0">
                <a:solidFill>
                  <a:srgbClr val="333333"/>
                </a:solidFill>
                <a:latin typeface="Calibri"/>
              </a:rPr>
              <a:t>Patterns cover L, Z, maze, and multipin star</a:t>
            </a:r>
          </a:p>
          <a:p>
            <a:pPr lvl="0" marL="457200" indent="-228600">
              <a:buFont typeface="Calibri"/>
              <a:spcAft>
                <a:spcPts val="1000"/>
              </a:spcAft>
              <a:buSzPct val="100000"/>
              <a:buChar char="•"/>
              <a:lnSpc>
                <a:spcPts val="2200"/>
              </a:lnSpc>
            </a:pPr>
            <a:r>
              <a:rPr sz="2000" b="0">
                <a:solidFill>
                  <a:srgbClr val="333333"/>
                </a:solidFill>
                <a:latin typeface="Calibri"/>
              </a:rPr>
              <a:t>Congestion response covers edge overflow and rip-up</a:t>
            </a:r>
          </a:p>
          <a:p>
            <a:pPr lvl="0" marL="457200" indent="-228600">
              <a:buFont typeface="Calibri"/>
              <a:spcAft>
                <a:spcPts val="1000"/>
              </a:spcAft>
              <a:buSzPct val="100000"/>
              <a:buChar char="•"/>
              <a:lnSpc>
                <a:spcPts val="2200"/>
              </a:lnSpc>
            </a:pPr>
            <a:r>
              <a:rPr sz="2000" b="0">
                <a:solidFill>
                  <a:srgbClr val="333333"/>
                </a:solidFill>
                <a:latin typeface="Calibri"/>
              </a:rPr>
              <a:t>Sequential global ties the flow together</a:t>
            </a:r>
          </a:p>
          <a:p>
            <a:pPr lvl="0" marL="457200" indent="-228600">
              <a:buFont typeface="Calibri"/>
              <a:spcAft>
                <a:spcPts val="1000"/>
              </a:spcAft>
              <a:buSzPct val="100000"/>
              <a:buChar char="•"/>
              <a:lnSpc>
                <a:spcPts val="2200"/>
              </a:lnSpc>
            </a:pPr>
            <a:r>
              <a:rPr sz="2000" b="0">
                <a:solidFill>
                  <a:srgbClr val="333333"/>
                </a:solidFill>
                <a:latin typeface="Calibri"/>
              </a:rPr>
              <a:t>Offline compare and wrap close the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Prerequisites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Finish learn_congestion or learn_legalization so GCell indexing and placed netlists</a:t>
            </a:r>
          </a:p>
          <a:p>
            <a:pPr lvl="0" marL="457200" indent="-228600">
              <a:buFont typeface="Calibri"/>
              <a:spcAft>
                <a:spcPts val="1000"/>
              </a:spcAft>
              <a:buSzPct val="100000"/>
              <a:buChar char="•"/>
              <a:lnSpc>
                <a:spcPts val="2200"/>
              </a:lnSpc>
            </a:pPr>
            <a:r>
              <a:rPr sz="2000" b="0">
                <a:solidFill>
                  <a:srgbClr val="333333"/>
                </a:solidFill>
                <a:latin typeface="Calibri"/>
              </a:rPr>
              <a:t>Congestion demand maps are cousins, not the same as edge usage deposits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Read each module README</a:t>
            </a:r>
          </a:p>
          <a:p>
            <a:pPr lvl="0" marL="457200" indent="-228600">
              <a:buFont typeface="Calibri"/>
              <a:spcAft>
                <a:spcPts val="1000"/>
              </a:spcAft>
              <a:buSzPct val="100000"/>
              <a:buChar char="•"/>
              <a:lnSpc>
                <a:spcPts val="2200"/>
              </a:lnSpc>
            </a:pPr>
            <a:r>
              <a:rPr sz="2000" b="0">
                <a:solidFill>
                  <a:srgbClr val="333333"/>
                </a:solidFill>
                <a:latin typeface="Calibri"/>
              </a:rPr>
              <a:t>Odd module slots leave room to insert algorithms later without renumbering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Open the GCell routing graph and enumerate eleven edges on the four-by-two grid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learn_global_routing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