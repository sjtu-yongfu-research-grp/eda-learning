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pins are not on the same row or column, an L is not your only pattern. A Z bends twice: horizontal to a midpoint column, vertical, then horizontal to the destination—or the vertical-first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and b share a row or column, fall back to L-route. Otherwise with prefer HZ pick mid column as the average of the two columns, walk H–V–H. path_to_edges should show at least three edges for off-axis pairs like zero comma zero to three comma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Z-route uses a midpoint column (or row) with two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spread, Z from A to D shows the mid-column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L-HV is the fast pattern route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 bends can spread or concentrate edge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L/Z overflow, maze search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**pattern-z-route**. Compare Z versus L on B to D. Note the extra bend GCell and how edge usage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`z_route(a, b, prefer)`. Print Z and L paths for the same terminal pair; explain one edge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a midpoint that leaves zero-length segments. Not falling back to L on aligned pins. Confusing Z prefer HZ with L prefer HV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Z routing on two-pin nets. Next: maze routing that respects congested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Three segments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pins are not on the same row or column, an L is not your only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 and b share a row or column, fall back to L-route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Otherwise with prefer HZ pick mid column as the average of the two columns, walk H–V–H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Path_to_edges should show at least three edges for off-axis pairs like zero comma zero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bends</a:t>
            </a:r>
          </a:p>
        </p:txBody>
      </p:sp>
      <p:pic>
        <p:nvPicPr>
          <p:cNvPr id="3" name="Picture 2" descr="01-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bends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A–D Z path</a:t>
            </a:r>
          </a:p>
        </p:txBody>
      </p:sp>
      <p:pic>
        <p:nvPicPr>
          <p:cNvPr id="3" name="Picture 2" descr="02-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A–D Z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 reference</a:t>
            </a:r>
          </a:p>
        </p:txBody>
      </p:sp>
      <p:pic>
        <p:nvPicPr>
          <p:cNvPr id="3" name="Picture 2" descr="03-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Overflow tradeoff</a:t>
            </a:r>
          </a:p>
        </p:txBody>
      </p:sp>
      <p:pic>
        <p:nvPicPr>
          <p:cNvPr id="3" name="Picture 2" descr="04-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Overflow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Maze escape</a:t>
            </a:r>
          </a:p>
        </p:txBody>
      </p:sp>
      <p:pic>
        <p:nvPicPr>
          <p:cNvPr id="3" name="Picture 2" descr="05-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Maze escape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`z_route(a, b, prefer)`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Z and L paths for the same terminal pair; explain one edge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a midpoint that leaves zero-length segments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 falling back to L on aligned pins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Z prefer HZ with L prefer HV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Z routing on two-pin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maze routing that respects congested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pattern z 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