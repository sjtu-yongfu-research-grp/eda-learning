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global routers process nets in an order. Each net deposits usage on edges; later nets see a more congested graph. Sequential L-HV on tiny_gr is our baseline stress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Initialize empty usage. For each net in list order, compute terminals, route with the chosen mode—l_hv for two-pin L, star for multi-pin—and increment usage on every edge in the route. Report final usage and edge_overflow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Route nets 0..5 in order; later nets see earlier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L-HV all nets documents baseline overflow.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Sequential maze may redistribute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Goal: total overflow 0 on the toy after moves or maze.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Global routing feeds detailed routing and DRC-clean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**sequential-global**. Route all nets in default order. Reorder mentally: would routing the four-pin net last change the hottest edge?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`route_nets` and `route_nets_with_routes`. Print usage and overflow after routing all six nets. Compare with maze mode on total overflow.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Parallel deposit without order— hides rip-up motivation. Ignoring multi-pin net in order list. Resetting usage between nets accidentally.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sequential global routing. Offline compare and wrap come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Order matters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Production global routers process nets in an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sequential global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Initialize empty usage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Increment usage on every edge in the route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Report final usage and edge_overflow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sequential global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 order</a:t>
            </a:r>
          </a:p>
        </p:txBody>
      </p:sp>
      <p:pic>
        <p:nvPicPr>
          <p:cNvPr id="3" name="Picture 2" descr="01-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sequential global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Pattern pass</a:t>
            </a:r>
          </a:p>
        </p:txBody>
      </p:sp>
      <p:pic>
        <p:nvPicPr>
          <p:cNvPr id="3" name="Picture 2" descr="02-l-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Pattern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sequential global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Maze pass</a:t>
            </a:r>
          </a:p>
        </p:txBody>
      </p:sp>
      <p:pic>
        <p:nvPicPr>
          <p:cNvPr id="3" name="Picture 2" descr="03-maze-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Maze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sequential global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Clear overflow</a:t>
            </a:r>
          </a:p>
        </p:txBody>
      </p:sp>
      <p:pic>
        <p:nvPicPr>
          <p:cNvPr id="3" name="Picture 2" descr="04-cl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Clear overflow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sequential global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Handoff</a:t>
            </a:r>
          </a:p>
        </p:txBody>
      </p:sp>
      <p:pic>
        <p:nvPicPr>
          <p:cNvPr id="3" name="Picture 2" descr="05-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sequential global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sequential global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`route_nets` and `route_nets_with_routes`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usage and overflow after routing all six nets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Compare with maze mode on total overflow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sequential global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Parallel deposit without order, hides rip-up motivation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multi-pin net in order list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Resetting usage between nets accidentally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sequential global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sequential global routing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Offline compare and wrap come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sequential global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