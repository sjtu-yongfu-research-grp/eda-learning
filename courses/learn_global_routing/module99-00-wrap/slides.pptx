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build a routing graph, assign terminals, route with L Z maze and star patterns, measure edge overflow, rip up congested nets, and run sequential global routing on tiny_gr.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stayed in the browser, implement maze_route and edge_overflow once in Python. If you stayed in Track A, skim the edge heat-map lab so colors match your usage 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Undirected edge keys, sequential order effects, and never treating reveal golden as the solve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 steps are learn_routing for detailed routes—or learn_clock_tree if you continue the PD spine toward 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three algorithms and one strength each. Say which idea you reach for when sequential L overflows. Pick your next course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you are ready, take the short quiz, then open the next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You can now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sequential global routing on tiny_gr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Dual-track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stayed in the browser, implement maze_route and edge_overflow once in Python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stayed in Track A, skim the edge heat-map lab so colors match your usage 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Undirected edge keys, sequential order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 steps are learn_routing for detailed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three algorithms and one strength each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Say which idea you reach for when sequential L overflows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Pick your next course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open the next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