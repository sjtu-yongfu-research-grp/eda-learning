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global routers need a harness: same JSON in, edge overflow and runtime out. Comparing L, maze, and rip-up teaches what better means beyond a pretty heat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tiny_gr. Run sequential L-HV, maze mode, and one rip-up pass. Record total overflow, max overflow, wall time. Optionally compare to a reference router. Write one discrepancy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Python driver loading tiny_gr.json is enough. Print a markdown table. Missing external tools are OK—document blockers and still validate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edge_capacity between rows. Comparing incompatible route modes without labeling. Optimizing runtime before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one comparison table for L versus maze versus rip-up. Then open the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global routers need a harness: same JSON in, edge overflow and runtime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 tiny_gr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sequential L-HV, maze mode, and one rip-up 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Record total overflow, max overflow, wall time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Optionally compare to a reference router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one discrepancy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Harness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small Python driver loading tiny_gr.json is enough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 markdown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external tools are OK, document blockers and still validate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edge_capacity between rows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incompatible route modes without labeling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Optimizing runtime before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Fill one comparison table for L versus maze versus rip-up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open the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