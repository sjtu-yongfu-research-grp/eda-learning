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nets have many pins. A full Steiner tree is heavy; our Steiner-lite star picks the bbox-center GCell as a hub and L-routes each pin to that hub. Good enough to teach shared edge usage on the four-pin net A B 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terminal GCells for the net. Center is the integer average of min and max column and row. For each pin, add the edges along l_route center to pin with HV unless you choose VH. Union all legs—edges shared by two legs count once in usage when you deposit.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 [A,B,C,D] needs a tree, not a single two-pin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 hub at mean GCell of pins (clamped).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pin gets an L-route from the hub in the full sequential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Multi-pin trees reuse edges—overflow adds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nets E–F stay single L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**multipin-tree**. Route the four-pin net and highlight the hub near column one row zero. Compare total edges to four separate two-pin L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`multipin_star` and `multipin_star_edges`. Route net index four on tiny_gr and print hub GCell plus edge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Routing pairwise between every pin pair— that explodes edges. Picking chip center instead of bbox center GCell. Double-depositing the same edge when summing legs—usage should increment per net once per edge traversed.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multipin routing. Next: quantify overflow on those shared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More than two pins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Real nets have many pins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07 multipin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Collect terminal GCells for the net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Center is the integer average of min and max column and row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each pin, add the edges along l_route center to pin with HV unless you choose VH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Union all legs, edges shared by two legs count once in usage when you deposit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07 multipin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Four-pin net</a:t>
            </a:r>
          </a:p>
        </p:txBody>
      </p:sp>
      <p:pic>
        <p:nvPicPr>
          <p:cNvPr id="3" name="Picture 2" descr="01-ne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Four-pin 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07 multipin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Bbox center</a:t>
            </a:r>
          </a:p>
        </p:txBody>
      </p:sp>
      <p:pic>
        <p:nvPicPr>
          <p:cNvPr id="3" name="Picture 2" descr="02-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Bbox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07 multipin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Four L legs</a:t>
            </a:r>
          </a:p>
        </p:txBody>
      </p:sp>
      <p:pic>
        <p:nvPicPr>
          <p:cNvPr id="3" name="Picture 2" descr="03-le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Four L legs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07 multipin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Shared edges</a:t>
            </a:r>
          </a:p>
        </p:txBody>
      </p:sp>
      <p:pic>
        <p:nvPicPr>
          <p:cNvPr id="3" name="Picture 2" descr="04-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Shared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07 multipin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Two-pin nets</a:t>
            </a:r>
          </a:p>
        </p:txBody>
      </p:sp>
      <p:pic>
        <p:nvPicPr>
          <p:cNvPr id="3" name="Picture 2" descr="05-t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Two-pin 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07 multipin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07 multipin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`multipin_star` and `multipin_star_edges`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Route net index four on tiny_gr and print hub GCell plus edge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07 multipin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Routing pairwise between every pin pair, that explodes edges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Picking chip center instead of bbox center GCell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Double-depositing the same edge when summing legs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07 multipin tree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multipin routing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quantify overflow on those shared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07 multipin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