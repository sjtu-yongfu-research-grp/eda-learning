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Global routers do not hop pixel by pixel. They walk a coarse graph whose nodes are GCells and whose edges are the channels between neighbors. Before any pattern route, you must enumerate those edges on our four-by-two toy 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each GCell at column i and row j, add an undirected edge to the right neighbor when i plus one is less than nx, and to the upper neighbor when j plus one is less than ny. On four by two you get eleven edges. Store each edge as a sorted pair of GCell indices so direction does not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Four-by-two GCells form a grid graph: nodes are tiles, edges are adjacency.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horizontal edges per row connect columns i and i+1.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vertical edges connect rows j and j+1.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Interior GCell (1,0) has three neighbors; corners have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edge tracks usage vs capacity—overflow drives rip-up.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**routing-graph** lab. Toggle grid lines and highlight one horizontal edge between columns zero and one. Read the edge list in the metrics panel. Match the count to eleven.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 `edge_list(nx, ny)` in `common/grutil.py`. Print all edges for the tiny instance. Verify ((0,0),(1,0)) is present and diagonals are absent.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Counting tile interiors instead of adjacency channels. Double-counting undirected edges as two directed arcs without collapsing. Forgetting top and right boundary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 the checklist. Sketch the eleven edges from memory. Next: map pin placements to terminal GCells.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a routing graph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Global routers do not hop pixel by pixel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routing graph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To the upper neighbor when j plus one is less than ny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four by two you get eleven edges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Store each edge as a sorted pair of GCell indices so direction does not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routing graph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GCell graph</a:t>
            </a:r>
          </a:p>
        </p:txBody>
      </p:sp>
      <p:pic>
        <p:nvPicPr>
          <p:cNvPr id="3" name="Picture 2" descr="01-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GCell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routing graph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Horizontal edges</a:t>
            </a:r>
          </a:p>
        </p:txBody>
      </p:sp>
      <p:pic>
        <p:nvPicPr>
          <p:cNvPr id="3" name="Picture 2" descr="02-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Horizontal edges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routing graph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Vertical edges</a:t>
            </a:r>
          </a:p>
        </p:txBody>
      </p:sp>
      <p:pic>
        <p:nvPicPr>
          <p:cNvPr id="3" name="Picture 2" descr="03-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Vertical edges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routing graph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Neighbors</a:t>
            </a:r>
          </a:p>
        </p:txBody>
      </p:sp>
      <p:pic>
        <p:nvPicPr>
          <p:cNvPr id="3" name="Picture 2" descr="04-neig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Neighbors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routing graph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Capacity</a:t>
            </a:r>
          </a:p>
        </p:txBody>
      </p:sp>
      <p:pic>
        <p:nvPicPr>
          <p:cNvPr id="3" name="Picture 2" descr="05-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Capacity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routing graph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routing graph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Implement `edge_list(nx, ny)` in `common/grutil.py`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Print all edges for the tiny instance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Verify ((0,0),(1,0)) is present and diagonals are absent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routing graph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Counting tile interiors instead of adjacency channels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Double-counting undirected edges as two directed arcs without collapsing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top and right boundary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routing graph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Finish the checklist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Sketch the eleven edges from memory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map pin placements to terminal GCells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routing graph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