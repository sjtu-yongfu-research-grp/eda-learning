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GCell edge has capacity two on tiny_gr. Every routed net deposits plus one on each edge it uses. Overflow is how far usage exceeds capacity—summed, maxed, and counted per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edge e, overflow e equals max of zero and usage e minus capacity. Total is the sum across edges. Max is the worst edge. Count is how many edges have positive overflow. Sequential L-HV on all six nets should yield positive total overflow at cap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ov(e)=max(0, usage(e)−Cap) per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 over edges—primary regression scalar.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Worst edge—catches hotspot corridors.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edges exceed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pins or switch HV/VH/maze to clear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**edge-overflow**. Run sequential L routes and read the triple total max count. Heat-map the worst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`edge_overflow(usage, capacity)`. Call route_nets with mode l_hv on tiny_gr and assert total overflow is greater than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Computing overflow before summing all nets. Using tile demand from congestion instead of edge usage. Reporting negative overflow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overflow targets. Next: rip-up the hottest net and maze reroute.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When usage exceeds capacity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Each GCell edge has capacity two on tiny_gr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edge overflow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each edge e, overflow e equals max of zero and usage e minus capacity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Total is the sum across edges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Max is the worst edge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 is how many edges have positive overflow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Sequential L-HV on all six nets should yield positive total overflow at cap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edge overflow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Overflow</a:t>
            </a:r>
          </a:p>
        </p:txBody>
      </p:sp>
      <p:pic>
        <p:nvPicPr>
          <p:cNvPr id="3" name="Picture 2" descr="01-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edge overflow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Total overflow</a:t>
            </a:r>
          </a:p>
        </p:txBody>
      </p:sp>
      <p:pic>
        <p:nvPicPr>
          <p:cNvPr id="3" name="Picture 2" descr="02-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Total 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edge overflow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Max overflow</a:t>
            </a:r>
          </a:p>
        </p:txBody>
      </p:sp>
      <p:pic>
        <p:nvPicPr>
          <p:cNvPr id="3" name="Picture 2" descr="03-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Max 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edge overflow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Overflow count</a:t>
            </a:r>
          </a:p>
        </p:txBody>
      </p:sp>
      <p:pic>
        <p:nvPicPr>
          <p:cNvPr id="3" name="Picture 2" descr="04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Overflow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edge overflow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Hit targets</a:t>
            </a:r>
          </a:p>
        </p:txBody>
      </p:sp>
      <p:pic>
        <p:nvPicPr>
          <p:cNvPr id="3" name="Picture 2" descr="05-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Hit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edge overflow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edge overflow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`edge_overflow(usage, capacity)`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route_nets with mode l_hv on tiny_gr and assert total overflow is greater than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edge overflow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Computing overflow before summing all nets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tile demand from congestion instead of edge usage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Reporting negative overflow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edge overflow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Hit overflow targets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rip-up the hottest net and maze reroute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learn_global_routing — 01 edge overflow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