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Two-pin global routing often starts with an L: travel along one axis, then the other. It is fast, deterministic, and good enough to teach edge usage before maze search or rip-up.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Given terminals a and b, prefer HV walks horizontal to align columns then vertical to the row; prefer VH swaps the order. Emit the list of GCells visited and convert consecutive pairs to edges with path_to_edges. A path from zero comma zero to two comma one in HV uses three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Two-pin nets use one bend: HV (horizontal first) or VH.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Spread placement L-HV yields documented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Swapping bend order changes which edges saturate.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Thicker edges show usage; red dash marks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cells changes terminal GCells and L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**pattern-l-route**. Route A to B with HV and read the highlighted edges. Toggle VH on the same pair and compare the bend GCell.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`l_route(a, b, prefer)` and `path_to_edges`. Route net A–B on tiny_gr and print the edge list. Match the browser overlay.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duplicate GCells at the bend. Returning directed edges inconsistently—always normalize undirected keys. Forgetting that L routes ignore existing congestion until sequential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Ship Track A L-routes and clear browser challenges. Next: Z-shape patterns when you want a third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The simplest global path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Two-pin global routing often starts with an L: travel along one axis, then the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pattern l route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 VH swaps the order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Emit the list of GCells visited and convert consecutive pairs to edges with path_to_edges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path from zero comma zero to two comma one in HV uses three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pattern l route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L-shape</a:t>
            </a:r>
          </a:p>
        </p:txBody>
      </p:sp>
      <p:pic>
        <p:nvPicPr>
          <p:cNvPr id="3" name="Picture 2" descr="01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L-shape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pattern l route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Route L-HV</a:t>
            </a:r>
          </a:p>
        </p:txBody>
      </p:sp>
      <p:pic>
        <p:nvPicPr>
          <p:cNvPr id="3" name="Picture 2" descr="02-h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Route L-HV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pattern l route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Route L-VH</a:t>
            </a:r>
          </a:p>
        </p:txBody>
      </p:sp>
      <p:pic>
        <p:nvPicPr>
          <p:cNvPr id="3" name="Picture 2" descr="03-v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Route L-VH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pattern l route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 usage</a:t>
            </a:r>
          </a:p>
        </p:txBody>
      </p:sp>
      <p:pic>
        <p:nvPicPr>
          <p:cNvPr id="3" name="Picture 2" descr="04-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pattern l route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Move pins</a:t>
            </a:r>
          </a:p>
        </p:txBody>
      </p:sp>
      <p:pic>
        <p:nvPicPr>
          <p:cNvPr id="3" name="Picture 2" descr="05-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Move 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pattern l route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pattern l route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`l_route(a, b, prefer)` and `path_to_edges`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Route net A–B on tiny_gr and print the edge 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the browser overlay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pattern l route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duplicate GCells at the bend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Returning directed edges inconsistently, always normalize undirected keys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that L routes ignore existing congestion until sequential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pattern l route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Ship Track A L-routes and clear browser challenges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Z-shape patterns when you want a third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pattern l route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