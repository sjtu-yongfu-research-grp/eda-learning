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global route starts and ends at GCell terminals—one tile per pin. Legal placement gives you x y coordinates; this module converts them to grid indices using the same floor-and-clamp rule as congestion GCells.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cell_gcell of x y returns column i equals floor of x over cell width clamped, and row j likewise. Cell A at one comma one maps to zero comma zero. Cell D at eight comma five maps to two comma one. Build a dictionary from cell id to GCell for every pin in the netlist.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 centers map to GCells with floor(x/cellW), floor(y/cellH).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Spread A at (1,1) lands in GCell (0,0).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at (8,5) → (2,1) top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routes walk GCell edges between terminal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Tight cluster maps many pins to one GCell—zero-length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**terminal-gcells**. Hover each cell and read its terminal GCell. Move a pin across a boundary and watch the terminal index flip. Confirm the six cells on tiny_gr match your Track A printout.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`terminals(positions, data)` returning the map. Assert A through F on spread placement. Print terminals before any routing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cell origin instead of pin center. Off-by-one at the right or top chip edge without clamp. Mixing site columns from legalization with GCell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terminals for all six cells. Next: L-shape pattern routes between two terminals.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Pins become terminals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global route starts and ends at GCell terminals, one tile per pin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terminal gcells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Cell_gcell of x y returns column i equals floor of x over cell width clamped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Cell A at one comma one maps to zero comma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Cell D at eight comma five maps to two comma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a dictionary from cell id to GCell for every pin in the netlist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terminal gcells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Pin → GCell</a:t>
            </a:r>
          </a:p>
        </p:txBody>
      </p:sp>
      <p:pic>
        <p:nvPicPr>
          <p:cNvPr id="3" name="Picture 2" descr="01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Pin → GCell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terminal gcells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 → (0,0)</a:t>
            </a:r>
          </a:p>
        </p:txBody>
      </p:sp>
      <p:pic>
        <p:nvPicPr>
          <p:cNvPr id="3" name="Picture 2" descr="02-a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 → (0,0)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terminal gcells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 → (2,1)</a:t>
            </a:r>
          </a:p>
        </p:txBody>
      </p:sp>
      <p:pic>
        <p:nvPicPr>
          <p:cNvPr id="3" name="Picture 2" descr="03-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 → (2,1)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terminal gcells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Routes on graph</a:t>
            </a:r>
          </a:p>
        </p:txBody>
      </p:sp>
      <p:pic>
        <p:nvPicPr>
          <p:cNvPr id="3" name="Picture 2" descr="04-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Routes on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terminal gcells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Cluster seed</a:t>
            </a:r>
          </a:p>
        </p:txBody>
      </p:sp>
      <p:pic>
        <p:nvPicPr>
          <p:cNvPr id="3" name="Picture 2" descr="05-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Cluster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terminal gcells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terminal gcells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`terminals(positions, data)` returning the map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A through F on spread placement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terminals before any routing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terminal gcells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cell origin instead of pin center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Off-by-one at the right or top chip edge without clamp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site columns from legalization with GCell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terminal gcells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terminals for all six cells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L-shape pattern routes between two terminals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03 terminal gcells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