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Netlists are hypergraphs: one net can touch many cells. A hyperedge is cut if it spans more than one part. On the starter hypergraph the golden ABC versus DE leaves a single cut net—pairwise clique expansion would tell a different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Optimize hyperedge cut, not only pairwise edge cut. Multi-pin nets dominate affinity in real designs. Use clique expansion only for drawing or as a heuristic substrate—not as the reported objective unless the lab says so.</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TINY_HYPERGRAPH has four nets: n1={A,B,C} w=3, n2={D,E}, n3={C,D}, n4={A,B}. Cut counts whole nets spanning ≥2 sides — not pairwise edges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BAD_SEED AE|BCD cuts nets n1(3), n2(2), and n4(1) — hyperedge cut 6. Same seed as graph labs, worse hyper objective.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Hypergraph FM clique-expands nets to pair edges, then runs standard FM from the bad seed. Objective reports hyperedge cut on the original nets.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 reaches ABC|DE. Only bridge net n3={C,D} crosses sides — hyperedge cut 1. n1, n2, n4 stay uncut.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netlists are hypergraphs. Modeling nets honestly changes the cut objective — clique expansion is for moves, hyper cut is for scoring.</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**hypergraph-partition**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Hypergraph partitioning</a:t>
            </a:r>
          </a:p>
          <a:p>
            <a:pPr algn="ctr">
              <a:lnSpc>
                <a:spcPts val="2200"/>
              </a:lnSpc>
              <a:spcBef>
                <a:spcPts val="1400"/>
              </a:spcBef>
            </a:pPr>
            <a:r>
              <a:rPr sz="2600" b="0">
                <a:solidFill>
                  <a:srgbClr val="333333"/>
                </a:solidFill>
                <a:latin typeface="Calibri"/>
              </a:rPr>
              <a:t>Netlists are hypergraphs: one net can touch many cells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Optimize hyperedge cut, not only pairwise edge cut</a:t>
            </a:r>
          </a:p>
          <a:p>
            <a:pPr lvl="0" marL="457200" indent="-228600">
              <a:buFont typeface="Calibri"/>
              <a:spcAft>
                <a:spcPts val="1000"/>
              </a:spcAft>
              <a:buSzPct val="100000"/>
              <a:buChar char="•"/>
              <a:lnSpc>
                <a:spcPts val="2200"/>
              </a:lnSpc>
            </a:pPr>
            <a:r>
              <a:rPr sz="2000" b="0">
                <a:solidFill>
                  <a:srgbClr val="333333"/>
                </a:solidFill>
                <a:latin typeface="Calibri"/>
              </a:rPr>
              <a:t>Multi-pin nets dominate affinity in real designs</a:t>
            </a:r>
          </a:p>
          <a:p>
            <a:pPr lvl="0" marL="457200" indent="-228600">
              <a:buFont typeface="Calibri"/>
              <a:spcAft>
                <a:spcPts val="1000"/>
              </a:spcAft>
              <a:buSzPct val="100000"/>
              <a:buChar char="•"/>
              <a:lnSpc>
                <a:spcPts val="2200"/>
              </a:lnSpc>
            </a:pPr>
            <a:r>
              <a:rPr sz="2000" b="0">
                <a:solidFill>
                  <a:srgbClr val="333333"/>
                </a:solidFill>
                <a:latin typeface="Calibri"/>
              </a:rPr>
              <a:t>Use clique expansion only for drawing or as a heuristic substrate</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Nets are hyperedges</a:t>
            </a:r>
          </a:p>
        </p:txBody>
      </p:sp>
      <p:pic>
        <p:nvPicPr>
          <p:cNvPr id="3" name="Picture 2" descr="01-net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Nets are hyperedges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Bad seed: hyperedge cut 6</a:t>
            </a:r>
          </a:p>
        </p:txBody>
      </p:sp>
      <p:pic>
        <p:nvPicPr>
          <p:cNvPr id="3" name="Picture 2" descr="02-bad-se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Bad seed: hyperedge cut 6</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FM on clique expansion</a:t>
            </a:r>
          </a:p>
        </p:txBody>
      </p:sp>
      <p:pic>
        <p:nvPicPr>
          <p:cNvPr id="3" name="Picture 2" descr="03-fm-ru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FM on clique expansion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Refined ABC|DE: hyper cut 1</a:t>
            </a:r>
          </a:p>
        </p:txBody>
      </p:sp>
      <p:pic>
        <p:nvPicPr>
          <p:cNvPr id="3" name="Picture 2" descr="04-refin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Refined ABC|DE: hyper cut 1</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hypergraphs in partition</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Why hypergraphs in partition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hypergraph-partition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hypergraph 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