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Spectral bipartition reads connectivity from the graph Laplacian. The Fiedler vector gives a soft ordering of nodes; a balanced sweep of that order picks the cut. On the starter graph the winning split is DE versus ABC with cutsize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L equals D minus A, take the second eigenvector, sort nodes, and try balanced prefixes. Reject lopsided splits. The continuous membership becomes a hard bipartition only after the sweep chooses the best legal cut.</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Spectral methods read connectivity from the graph Laplacian L = D − A. The Fiedler vector (second eigenvector) encodes a soft cut.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iteration, nodes order low→high as E, D, C, B, A. E is most negative; A is most positive — natural bipartition candidates.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every balanced prefix of the order as side 0. The winning split is {D,E} vs {A,B,C} with cutsize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Spectral recovers the same communities as unconstrained greedy and grow-from-D. Global eigenvectors find the cut without greedy merges.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Spectral is a strong initializer for bipartition. On larger chips it pairs with multilevel; here the tiny instance grades against golden cut 3.</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**spectral-partition**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Spectral bipartition</a:t>
            </a:r>
          </a:p>
          <a:p>
            <a:pPr algn="ctr">
              <a:lnSpc>
                <a:spcPts val="2200"/>
              </a:lnSpc>
              <a:spcBef>
                <a:spcPts val="1400"/>
              </a:spcBef>
            </a:pPr>
            <a:r>
              <a:rPr sz="2600" b="0">
                <a:solidFill>
                  <a:srgbClr val="333333"/>
                </a:solidFill>
                <a:latin typeface="Calibri"/>
              </a:rPr>
              <a:t>Spectral bipartition reads connectivity from the graph Laplacian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Build L equals D minus A, take the second eigenvector, sort nodes</a:t>
            </a:r>
          </a:p>
          <a:p>
            <a:pPr lvl="0" marL="457200" indent="-228600">
              <a:buFont typeface="Calibri"/>
              <a:spcAft>
                <a:spcPts val="1000"/>
              </a:spcAft>
              <a:buSzPct val="100000"/>
              <a:buChar char="•"/>
              <a:lnSpc>
                <a:spcPts val="2200"/>
              </a:lnSpc>
            </a:pPr>
            <a:r>
              <a:rPr sz="2000" b="0">
                <a:solidFill>
                  <a:srgbClr val="333333"/>
                </a:solidFill>
                <a:latin typeface="Calibri"/>
              </a:rPr>
              <a:t>Reject lopsided splits</a:t>
            </a:r>
          </a:p>
          <a:p>
            <a:pPr lvl="0" marL="457200" indent="-228600">
              <a:buFont typeface="Calibri"/>
              <a:spcAft>
                <a:spcPts val="1000"/>
              </a:spcAft>
              <a:buSzPct val="100000"/>
              <a:buChar char="•"/>
              <a:lnSpc>
                <a:spcPts val="2200"/>
              </a:lnSpc>
            </a:pPr>
            <a:r>
              <a:rPr sz="2000" b="0">
                <a:solidFill>
                  <a:srgbClr val="333333"/>
                </a:solidFill>
                <a:latin typeface="Calibri"/>
              </a:rPr>
              <a:t>The continuous membership becomes a hard bipartition only after the sweep chooses the best</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Build the Laplacian</a:t>
            </a:r>
          </a:p>
        </p:txBody>
      </p:sp>
      <p:pic>
        <p:nvPicPr>
          <p:cNvPr id="3" name="Picture 2" descr="01-laplacia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Build the Laplacian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Sort by Fiedler value</a:t>
            </a:r>
          </a:p>
        </p:txBody>
      </p:sp>
      <p:pic>
        <p:nvPicPr>
          <p:cNvPr id="3" name="Picture 2" descr="02-fiedler-order.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Sort by Fiedler value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Sweep prefixes for best cut</a:t>
            </a:r>
          </a:p>
        </p:txBody>
      </p:sp>
      <p:pic>
        <p:nvPicPr>
          <p:cNvPr id="3" name="Picture 2" descr="03-sweep-cu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Sweep prefixes for best cut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Result ABC|DE</a:t>
            </a:r>
          </a:p>
        </p:txBody>
      </p:sp>
      <p:pic>
        <p:nvPicPr>
          <p:cNvPr id="3" name="Picture 2" descr="04-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Result ABC|DE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spectral helps</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When spectral helps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spectral-partition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05 spectral 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