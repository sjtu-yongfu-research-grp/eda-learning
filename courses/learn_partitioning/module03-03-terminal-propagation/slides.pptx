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Pads and fixed I/O pin nodes to sides before free cells move. Terminal propagation carries those constraints into the partition so the cut respects the chip boundary. Pin A to one side and E to the other and watch which free nodes follow.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 terminals never flip. Their neighbors inherit a pull toward the terminal’s part. Ignoring terminals produces pretty cuts that violate the floorplan interface—illegal in real flows.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 terminals are pinned: A→side 0, E→side 1. Free nodes B, C, D propagate by taking the side of the strongest neighboring fixed/assigned node.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hears A strongly on side 0 (A–B weight 5) versus weak pull from E. B adopts side 0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hears E on side 1 (D–E weight 5). D adopts side 1, forming the DE block opposite ABC.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connects to both communities. Neighbor vote sums favor joining A/B side (w=4+1 vs w=2+1). C lands on side 0 with 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Terminal propagation converges in 2 iterations on this graph. Real designs pin hundreds of pads — free logic follows connectivity to terminals.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**terminal-propagation**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Terminal propagation</a:t>
            </a:r>
          </a:p>
          <a:p>
            <a:pPr algn="ctr">
              <a:lnSpc>
                <a:spcPts val="2200"/>
              </a:lnSpc>
              <a:spcBef>
                <a:spcPts val="1400"/>
              </a:spcBef>
            </a:pPr>
            <a:r>
              <a:rPr sz="2600" b="0">
                <a:solidFill>
                  <a:srgbClr val="333333"/>
                </a:solidFill>
                <a:latin typeface="Calibri"/>
              </a:rPr>
              <a:t>Pads and fixed I/O pin nodes to sides before free cells move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Fixed terminals never flip</a:t>
            </a:r>
          </a:p>
          <a:p>
            <a:pPr lvl="0" marL="457200" indent="-228600">
              <a:buFont typeface="Calibri"/>
              <a:spcAft>
                <a:spcPts val="1000"/>
              </a:spcAft>
              <a:buSzPct val="100000"/>
              <a:buChar char="•"/>
              <a:lnSpc>
                <a:spcPts val="2200"/>
              </a:lnSpc>
            </a:pPr>
            <a:r>
              <a:rPr sz="2000" b="0">
                <a:solidFill>
                  <a:srgbClr val="333333"/>
                </a:solidFill>
                <a:latin typeface="Calibri"/>
              </a:rPr>
              <a:t>Their neighbors inherit a pull toward the terminal’s part</a:t>
            </a:r>
          </a:p>
          <a:p>
            <a:pPr lvl="0" marL="457200" indent="-228600">
              <a:buFont typeface="Calibri"/>
              <a:spcAft>
                <a:spcPts val="1000"/>
              </a:spcAft>
              <a:buSzPct val="100000"/>
              <a:buChar char="•"/>
              <a:lnSpc>
                <a:spcPts val="2200"/>
              </a:lnSpc>
            </a:pPr>
            <a:r>
              <a:rPr sz="2000" b="0">
                <a:solidFill>
                  <a:srgbClr val="333333"/>
                </a:solidFill>
                <a:latin typeface="Calibri"/>
              </a:rPr>
              <a:t>Ignoring terminals produces pretty cuts that violate the floorplan interface</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Fix pads A and E to opposite sides</a:t>
            </a:r>
          </a:p>
        </p:txBody>
      </p:sp>
      <p:pic>
        <p:nvPicPr>
          <p:cNvPr id="3" name="Picture 2" descr="01-fixed-terminal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Fix pads A and E to opposite sides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 joins A (w=5)</a:t>
            </a:r>
          </a:p>
        </p:txBody>
      </p:sp>
      <p:pic>
        <p:nvPicPr>
          <p:cNvPr id="3" name="Picture 2" descr="02-b-joins-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 joins A (w=5)</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 joins E (w=5)</a:t>
            </a:r>
          </a:p>
        </p:txBody>
      </p:sp>
      <p:pic>
        <p:nvPicPr>
          <p:cNvPr id="3" name="Picture 2" descr="03-d-joins-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 joins E (w=5)</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 bridges by neighbor vote</a:t>
            </a:r>
          </a:p>
        </p:txBody>
      </p:sp>
      <p:pic>
        <p:nvPicPr>
          <p:cNvPr id="3" name="Picture 2" descr="04-c-bridg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 bridges by neighbor vote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Fixed I/O drives partition</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Fixed I/O drives partition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terminal-propagation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terminal propagation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