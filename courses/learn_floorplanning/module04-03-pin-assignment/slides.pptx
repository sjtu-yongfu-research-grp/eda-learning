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Pins sit on outline edges. Golden assignment places P0 left, P1 bottom, P2 right, P3 top—four sides covered so pinsValid is true. An empty list is invalid.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 assignment validates boundary I/O. Pseudocode checks side and offset ranges and requires all four outline sides to appear.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Golden pins cover left, bottom, right, and top and return valid true. An empty list fails validity.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the golden packing with an empty pin list. Pins will sit on outline edges—not inside modules—for I/O literacy.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Golden pins place P0 on the left, P1 on the bottom, P2 on the right, and P3 on the top. Offsets stay inside each edge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pinsValid requires every side to appear and offsets to lie on the edge. The golden set covers all four sides—valid returns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Clear the pins and validity fails: you no longer cover four sides. Assignment is a first-class constraint, not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Boundary pins shape terminal propagation and routing demand. After floorplan shapes settle, pin assignment is the bridge to 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pin-assignment. Assign golden pins, confirm four sides and valid true. Clear pins and watch validity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pinsValid requiring all four sides and in-range offsets. Assert golden pins pass and the empty list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Putting pins inside modules; offsets past edge length; claiming validity with only two sides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Ship a valid four-side assignment. Offline compare is next; then the wrap points to learn_placement.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Boundary pin / I/O assignment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Pins sit on outline edges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Pin assignment validates boundary I/O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Pseudocode checks side and offset ranges and requires all four outline sides to appear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Golden pins cover left, bottom, right, and top and return valid true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 empty list fails validity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outline, pin list {side, offset}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pinsValid?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each pin on left|right|top|bottom edge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offset in range for that side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require all four sides represented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 4 pins (one/side) → valid true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empty list → valid false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Packing without pins</a:t>
            </a:r>
          </a:p>
        </p:txBody>
      </p:sp>
      <p:pic>
        <p:nvPicPr>
          <p:cNvPr id="3" name="Picture 2" descr="01-no-p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Packing without pins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Assign one pin per side</a:t>
            </a:r>
          </a:p>
        </p:txBody>
      </p:sp>
      <p:pic>
        <p:nvPicPr>
          <p:cNvPr id="3" name="Picture 2" descr="02-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Assign one pin per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Coverage makes pinsValid true</a:t>
            </a:r>
          </a:p>
        </p:txBody>
      </p:sp>
      <p:pic>
        <p:nvPicPr>
          <p:cNvPr id="3" name="Picture 2" descr="03-val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Coverage makes pinsValid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Empty set is invalid</a:t>
            </a:r>
          </a:p>
        </p:txBody>
      </p:sp>
      <p:pic>
        <p:nvPicPr>
          <p:cNvPr id="3" name="Picture 2" descr="04-empty-b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Empty set is invalid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Pins feed place and route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Pins feed place and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pin-assignment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Assign golden pins, confirm four sides and valid true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Clear pins and watch validity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pinsValid requiring all four sides and in-range offsets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Assert golden pins pass and the empty list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Putting pins inside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Ship a valid four-side assignment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Offline compare is next; then the wrap points to learn_placement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