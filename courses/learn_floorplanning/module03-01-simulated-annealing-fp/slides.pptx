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Toy cost adds one thousand when a packing is illegal. The bad overflow seed sits near one thousand forty-four; the golden legal packing scores about thirty-six. Annealing should move toward legal, lower cost.</a:t>
            </a:r>
          </a:p>
          <a:p/>
          <a:p>
            <a:r>
              <a:t>&lt;!-- 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toy cost adds one thousand when the packing is illegal. The bad overflow seed therefore sits at cost about one thousand forty-four—dominated by the penalty.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golden legal packing drops below the penalty floor. Cost is about thirty-six—deadspace and a small HPWL proxy, no illegality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simple SA move swaps the lower-left corners of two modules while keeping sizes. Accept improving moves; accept worsening ones with temperature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teaching “improve” step replaces the illegal seed with the golden packing. Cost falls below one thousand and legality flips to true—exactly what a cooling schedule should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Annealing is only as good as the move set. Pair it with polish, B-star, or sequence-pair edits—plus soft sizing and macros—in the labs that follow.</a:t>
            </a:r>
          </a:p>
          <a:p/>
          <a:p>
            <a:r>
              <a:t>&lt;!-- /algorithm-walkthrough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simulated-annealing-fp. Show bad, note cost at least one thousand. Show golden or Improve—cost drops below one thousand and legality becomes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 cost with an illegality penalty, plus deadspace and HPWL terms. Assert cost(golden) is less than cost(bad), and saSwap only exchanges coordinates.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Accepting illegal states without penalty; forgetting to rescore after a swap; cooling so fast you never escape the bad seed.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one improve step from bad to golden. Next: soft module A reshaped from three by two to two by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Simulated annealing floorplan search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Toy cost adds one thousand when a packing is illegal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Illegal packs pay 1000</a:t>
            </a:r>
          </a:p>
        </p:txBody>
      </p:sp>
      <p:pic>
        <p:nvPicPr>
          <p:cNvPr id="3" name="Picture 2" descr="01-bad-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Illegal packs pay 1000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Golden cost stays under 1000</a:t>
            </a:r>
          </a:p>
        </p:txBody>
      </p:sp>
      <p:pic>
        <p:nvPicPr>
          <p:cNvPr id="3" name="Picture 2" descr="02-golden-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Golden cost stays under 1000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Neighbors swap module positions</a:t>
            </a:r>
          </a:p>
        </p:txBody>
      </p:sp>
      <p:pic>
        <p:nvPicPr>
          <p:cNvPr id="3" name="Picture 2" descr="03-neigh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Neighbors swap module positions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Improve: bad → golden</a:t>
            </a:r>
          </a:p>
        </p:txBody>
      </p:sp>
      <p:pic>
        <p:nvPicPr>
          <p:cNvPr id="3" name="Picture 2" descr="04-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Improve: bad → golden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SA needs a representation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SA needs a representation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simulated-annealing-fp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Show bad, note cost at least one thousand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Show golden or Improve, cost drops below one thousand and legality becomes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cost with an illegality penalty, plus deadspace and HPWL terms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Assert cost(golden) is less than cost(bad), and saSwap only exchanges coordinates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Accepting illegal states without penalty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Demonstrate one improve step from bad to golden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Next: soft module A reshaped from three by two to two by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