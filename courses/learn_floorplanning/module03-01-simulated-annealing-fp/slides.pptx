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Representations give you a packing. Search finds a good one under a fixed outline. Simulated annealing perturbs the representation—swap modules, rotate, change a tree edge or sequence—and accepts uphill moves early so you escape local minima. Cost usually mixes outline overflow, deadspace, and a wirelength proxy.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 a representation you already trust: slicing, B*, or sequence pair. Define moves that stay in that encoding. At temperature T, accept worse costs with probability related to exp of minus delta over T. Cool on a schedule. Always re-pack and re-score after a move. Illegal overflow should cost heavily so the search prefers legal packings.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**simulated-annealing-fp**. Run a short anneal on the starter instance. Watch cost and temperature. Pause, inspect the current packing, then continue. Try a hotter start versus a greedy low temperature. Then implement a tiny SA loop yourself with a fixed seed.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Wire SA around one representation. Log temperature, cost, and best packing. Use a deterministic RNG seed. Stop after a modest iteration budget on the toy outline—this is literacy, not overnight runs. Export the best coordinates and deadspace.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Moves that don’t change the packing waste iterations. A cost that ignores overflow will “optimize” illegal layouts. Cooling too fast freezes a bad packing; cooling too slow teaches nothing on a five-module toy. Also don’t compare costs across different outline penalties without documenting the weights.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SA to improve deadspace or wirelength proxy from a random start while staying legal. Next: soft modules—resize aspect under area constraints.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Simulated annealing search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Representations give you a packing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simulated annealing fp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Pick a representation you already trust: slicing, B*, or sequence pair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Define moves that stay in that encoding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At temperature T, accept worse costs with probability related to exp of minus delta over 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Cool on a schedule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Always re-pack and re-score after a move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Illegal overflow should cost heavily so the search prefers legal packings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simulated annealing fp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</a:t>
            </a:r>
            <a:r>
              <a:rPr sz="2000" b="1">
                <a:solidFill>
                  <a:srgbClr val="333333"/>
                </a:solidFill>
                <a:latin typeface="Calibri"/>
              </a:rPr>
              <a:t>simulated-annealing-fp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Run a short anneal on the starter instance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Watch cost and temperature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Pause, inspect the current packing, then continue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Try a hotter start versus a greedy low temperature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Then implement a tiny SA loop yourself with a fixed seed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simulated annealing fp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Wire SA around one representation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Log temperature, cost, and best packing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Use a deterministic RNG seed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Stop after a modest iteration budget on the toy outline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Export the best coordinates and deadspace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simulated annealing fp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Moves that don’t change the packing waste iterations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 cost that ignores overflow will “optimize” illegal layouts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Cooling too fast freezes a bad packing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Also don’t compare costs across different outline penalties without documenting the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simulated annealing fp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Get SA to improve deadspace or wirelength proxy from a random start while staying legal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Next: soft modules, resize aspect under area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simulated annealing fp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