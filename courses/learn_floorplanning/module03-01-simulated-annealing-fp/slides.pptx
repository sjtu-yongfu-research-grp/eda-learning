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cost adds one thousand when a packing is illegal. The bad overflow seed sits near one thousand forty-four; the golden legal packing scores about thirty-six. Annealing should move toward legal, lower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Floorplan annealing uses a cost that heavily penalizes illegality. Pseudocode proposes neighbors, accepts by Metropolis, and keeps the best legal iterate.</a:t>
            </a:r>
          </a:p>
          <a:p/>
          <a:p>
            <a:r>
              <a:t>Open this module's examples file and find the Pseudocode section. That written sketch is what you implement on the implement track and what the browser challenges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Bad overflow seed costs about one thousand forty-four. Golden legal packing is about thirty-six. One teaching improve step replaces bad with golden.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toy cost adds one thousand when the packing is illegal. The bad overflow seed therefore sits at cost about one thousand forty-four—dominated by the penalty.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golden legal packing drops below the penalty floor. Cost is about thirty-six—deadspace and a small HPWL proxy, no illegality 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simple SA move swaps the lower-left corners of two modules while keeping sizes. Accept improving moves; accept worsening ones with temperature probability.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teaching “improve” step replaces the illegal seed with the golden packing. Cost falls below one thousand and legality flips to true—exactly what a cooling schedule should prefer.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Annealing is only as good as the move set. Pair it with polish, B-star, or sequence-pair edits—plus soft sizing and macros—in the labs that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simulated-annealing-fp. Show bad, note cost at least one thousand. Show golden or Improve—cost drops below one thousand and legality becomes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cost with an illegality penalty, plus deadspace and HPWL terms. Assert cost(golden) is less than cost(bad), and saSwap only exchanges coordinates.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Accepting illegal states without penalty; forgetting to rescore after a swap; cooling so fast you never escape the bad 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one improve step from bad to golden. Next: soft module A reshaped from three by two to two by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Simulated annealing floorplan search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Toy cost adds one thousand when a packing is illegal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simulated annealing fp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Floorplan annealing uses a cost that heavily penalizes illegality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Pseudocode proposes neighbors, accepts by Metropolis, and keeps the best legal iterate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this module's examples file and find the Pseudocode section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That written sketch is what you implement on the implement track and what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simulated annealing fp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Algorithm sketch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Bad overflow seed costs about one thousand forty-four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 legal packing is about thirty-six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One teaching improve step replaces bad with golden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simulated annealing fp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Algorithm sketch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INPUT: pack / representation, T schedule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OUTPUT: best legal low-cost pack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cost ← 1000·¬legal + deadspace + α·HPWL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propose neighbor (swap/move/perturb)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accept if Δ&lt;0 or rand &lt; e^(−Δ/T)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keep best; cool T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GOLDEN legal cost≈36; bad≈1044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simulated annealing fp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Illegal packs pay 1000</a:t>
            </a:r>
          </a:p>
        </p:txBody>
      </p:sp>
      <p:pic>
        <p:nvPicPr>
          <p:cNvPr id="3" name="Picture 2" descr="01-bad-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Illegal packs pay 1000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simulated annealing fp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 cost stays under 1000</a:t>
            </a:r>
          </a:p>
        </p:txBody>
      </p:sp>
      <p:pic>
        <p:nvPicPr>
          <p:cNvPr id="3" name="Picture 2" descr="02-golden-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 cost stays under 1000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simulated annealing fp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Neighbors swap module positions</a:t>
            </a:r>
          </a:p>
        </p:txBody>
      </p:sp>
      <p:pic>
        <p:nvPicPr>
          <p:cNvPr id="3" name="Picture 2" descr="03-neighb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Neighbors swap module positions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simulated annealing fp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Improve: bad → golden</a:t>
            </a:r>
          </a:p>
        </p:txBody>
      </p:sp>
      <p:pic>
        <p:nvPicPr>
          <p:cNvPr id="3" name="Picture 2" descr="04-impr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Improve: bad → 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simulated annealing fp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SA needs a representation</a:t>
            </a:r>
          </a:p>
        </p:txBody>
      </p:sp>
      <p:pic>
        <p:nvPicPr>
          <p:cNvPr id="3" name="Picture 2" descr="05-take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SA needs a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simulated annealing fp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simulated-annealing-fp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Show bad, note cost at least one thousand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Show golden or Improve, cost drops below one thousand and legality becomes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simulated annealing fp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cost with an illegality penalty, plus deadspace and HPWL terms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cost(golden) is less than cost(bad), and saSwap only exchanges coordinates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simulated annealing fp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Accepting illegal states without penalty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simulated annealing fp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Demonstrate one improve step from bad to golden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soft module A reshaped from three by two to two by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simulated annealing fp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