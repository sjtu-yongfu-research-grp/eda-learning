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slicing floorplan is built by recursively cutting a rectangle with through-cuts—horizontal or vertical—until each leaf is a module. The cut tree, or its polish expression with operators H and V, is a compact encoding. In this lab you’ll pack modules from a slicing tree or polish string into concrete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H operator stacks left and right children as bottom and top (or as specified by your convention). A V operator places them side by side. Evaluating the tree bottom-up yields the size of each composite rectangle; placing top-down assigns origins. Polish expressions are postfix: operands then H or V. Not every packing is slicing—wheels need non-slicing representations—but slicing is a strong first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**slicing-floorplan**. Load a starter polish expression or tree. Step through cuts and watch rectangles subdivide. Read deadspace on the fixed outline. Change one operator from H to V and see the packing reshape. Then implement tree evaluation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small tree or polish string over modules A–E. Evaluate composite widths and heights, then assign (x, y) under the ten-by-eight outline. Reject trees whose root size exceeds the outline. Report legality and deadspace. Keep operator conventions documented in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 H and V conventions silently flips the packing. Forgetting that composite size is max-along-cut versus sum-along-cut is the classic bug. Also: a polish string that is not a valid slicing expression will crash a naive evaluator—validate arity as you parse.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 a legal slicing floorplan for the starter modules. Quiz when ready, then meet B*-trees—which can represent non-slicing packings more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Slicing floorplans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slicing floorplan is built by recursively cutting a rectangle with through-cuts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H operator stacks left and right children as bottom and top (or as specified by your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V operator places them side by side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Evaluating the tree bottom-up yields the size of each composite rectangle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Polish expressions are postfix: operands then H or V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 every packing is slicing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slicing-floorplan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a starter polish expression or tree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through cuts and watch rectangles subdivide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deadspace on the fixed outline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Change one operator from H to V and see the packing reshape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implement tree evaluation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Define a small tree or polish string over modules A–E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Evaluate composite widths and heights, then assign (x, y) under the ten-by-eight outline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Reject trees whose root size exceeds the outline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legality and deadspace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operator conventions documented in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Swapping H and V conventions silently flips the packing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that composite size is max-along-cut versus sum-along-cut is the classic bug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Also: a polish string that is not a valid slicing expression will crash a naive evaluator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Pack a legal slicing floorplan for the starter modules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Quiz when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slicing floorplan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