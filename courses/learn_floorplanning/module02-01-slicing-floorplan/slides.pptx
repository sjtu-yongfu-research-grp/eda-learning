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Slicing floorplans use through-cuts. The golden polish A D H B V C V E V stacks A under D, then attaches B, C, and E with vertical cuts—bounding box nine by three.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slicing floorplan is a tree of through-cuts. Postfix polish A D H B V C V E V stacks A under D, then places B, C, and E to the right with vertical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is three by two; D is three by one. An H cut stacks D above A into a three by three block at the lower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V places B beside the A–D stack. Bounding width becomes five; height stays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Adding C and E with more V cuts finishes the golden polish. Bounding box is nine by three—legal inside the ten-by-eight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every packing is slicing. Wheel topologies need non-slicing codes like B-star or sequence pair—next labs. For slicing, polish plus H/V evaluation is enough.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slicing-floorplan and Evaluate polish. Confirm bounding width nine, height three, and a legal packing inside ten by 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postfix evaluation for H and V. On the golden token list, assert width nine, height three, and is_legal_packing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Swapping H/V meanings; leaving polish operands on the stack; assuming every packing is slicing—wheels need other reps.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a legal polish pack with BB nine by three. Next: B-star trees for non-slicing adjacency.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Slicing tree / polish expression packing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Slicing floorplans use through-cuts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Polish expression encodes cuts</a:t>
            </a:r>
          </a:p>
        </p:txBody>
      </p:sp>
      <p:pic>
        <p:nvPicPr>
          <p:cNvPr id="3" name="Picture 2" descr="01-po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Polish expression encodes cuts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 D H stacks height 3</a:t>
            </a:r>
          </a:p>
        </p:txBody>
      </p:sp>
      <p:pic>
        <p:nvPicPr>
          <p:cNvPr id="3" name="Picture 2" descr="02-stack-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 D H stacks height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V attaches B on the right</a:t>
            </a:r>
          </a:p>
        </p:txBody>
      </p:sp>
      <p:pic>
        <p:nvPicPr>
          <p:cNvPr id="3" name="Picture 2" descr="03-attach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V attaches B on the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Full polish packs BB 9×3</a:t>
            </a:r>
          </a:p>
        </p:txBody>
      </p:sp>
      <p:pic>
        <p:nvPicPr>
          <p:cNvPr id="3" name="Picture 2" descr="04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Full polish packs BB 9×3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Slicing cannot make wheels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Slicing cannot make wheels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slicing-floorplan and Evaluate polish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bounding width nine, height three, and a legal packing inside ten by 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postfix evaluation for H and V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golden token list, assert width nine, height three, and is_legal_packing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Swapping H/V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a legal polish pack with BB nine by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B-star trees for non-slicing adjacency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slicing floorplan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