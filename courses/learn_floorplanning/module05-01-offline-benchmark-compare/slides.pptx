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packers teach mechanism. Benchmarks teach honesty. In this offline module you’ll run the same tiny_modules instances through your floorplan code and, when available, a reference packing—then compare deadspace, density, wirelength proxy, and runtime without pretending the numbers are tape-out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identical input and the same outline. Fix seeds when search is randomized. Report the same metrics on both sides. If a reference engine is missing, still run your harness and document the gap—don’t invent golden deadspace. A clean I/O contract matters more than a flashy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your educational engine to be slower and sometimes lower quality. That’s fine. You’re looking for legal packings, non-negative deadspace consistent with areas, and improving cost under SA. Huge unexplained wins usually mean a metric mismatch—or an illegal packing you failed to reject.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examples file, fill the comparison table, and finish the checklist. Bring one discrepancy and a short hypothesis into your notes. Then continue to the wrap module to close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benchmark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packers teach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Fair compare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identical input and the same outline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 seeds when search is randomized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the same metrics on both sides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 reference engine is missing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clean I/O contract matters more than a flashy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 your educational engine to be slower and sometimes lower quality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That’s fine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You’re looking for legal packings, non-negative deadspace consistent with areas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Huge unexplained wins usually mean a metric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Follow the examples file, fill the comparison table, and finish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Bring one discrepancy and a short hypothesis into your notes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continue to the wrap module to close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