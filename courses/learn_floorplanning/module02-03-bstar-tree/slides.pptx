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B*-trees are a popular compacted floorplan representation. Each node is a module. The left child sits to the right of its parent; the right child sits above—under the usual contour packing rules. From the tree you reconstruct coordinates without storing every x and y explicitly.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Root at the lower-left. Walking left children grows the packing rightward; right children grow upward along a contour of previously placed blocks. Packing is typically done with a horizontal contour so y coordinates stay compacted. Perturbing the tree—rotate, move, swap—yields neighboring packings for annealing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**bstar-tree**. Load a starter tree over A–E. Step placement: parent, left child, right child. Watch modules land left/right/above as the contour updates. Inspect outline legality and deadspace. Then code the same left/right packing rules.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Build a B*-tree for the tiny modules. Implement contour-based packing to emit (x, y, w, h). Verify non-overlap and outline containment. Print the tree in a readable parenthesized form so goldens are reviewable. Prefer deterministic child ordering for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Getting left/right geometry backwards is the number-one bug. Contour updates that forget deleted segments leave modules floating or overlapping. Don’t confuse B*-tree adjacency with netlist adjacency—the tree is a packing code, not connectivity.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Produce a legal B*-tree packing inside the outline. Next: sequence pairs—another classic encoding with positive and negative sequences.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B*-tree floorplans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B*-trees are a popular compacted floorplan representation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learn_floorplanning — 03 bstar tree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Root at the lower-left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Walking left children grows the packing rightward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Packing is typically done with a horizontal contour so y coordinates stay compacted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Perturbing the tree, rotate, move, swap, yields neighboring packings for annealing later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learn_floorplanning — 03 bstar tree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Open </a:t>
            </a:r>
            <a:r>
              <a:rPr sz="2000" b="1">
                <a:solidFill>
                  <a:srgbClr val="333333"/>
                </a:solidFill>
                <a:latin typeface="Calibri"/>
              </a:rPr>
              <a:t>bstar-tree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Load a starter tree over A–E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Step placement: parent, left child, right child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Watch modules land left/right/above as the contour updates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Inspect outline legality and deadspace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Then code the same left/right packing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learn_floorplanning — 03 bstar tree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Build a B*-tree for the tiny modules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Implement contour-based packing to emit (x, y, w, h)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Verify non-overlap and outline containment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Print the tree in a readable parenthesized form so goldens are reviewable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Prefer deterministic child ordering for tests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learn_floorplanning — 03 bstar tree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Getting left/right geometry backwards is the number-one bug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Contour updates that forget deleted segments leave modules floating or overlapping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Don’t confuse B*-tree adjacency with netlist adjacency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learn_floorplanning — 03 bstar tree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Produce a legal B*-tree packing inside the outline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sequence pairs, another classic encoding with positive and negative sequences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learn_floorplanning — 03 bstar tree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