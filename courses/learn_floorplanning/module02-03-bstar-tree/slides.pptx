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stores packing adjacency: left child sits right-of the parent; right child sits above on a contour. Root A at the origin; left chain B then C then E; right child D above A.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packing places the root at the lower left. A lands at zero comma zero with size three by two. Left children go right-of; right children go above via the contour.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left spine walks rightward: B at x equals three, then C, then E. Contour heights track the skyline so later modules sit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 is the right child of A, so it packs above A on the contour. Its y is at least two—A's height—keeping the tree geometry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five modules are placed. The packing is legal inside ten by eight. Perturbing the tree—swap, rotate, move—will feed simulated annealing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B-star stores adjacency for packing, not connectivity. Get left and right semantics right, keep the contour correct, and you have a fast neighbor generator for search.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bstar-tree and Pack B*-tree. Confirm A at zero comma zero, B at x equals three, D above A, and a legal five-module packing.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the golden tree and contour-pack it. Assert A at (0,0), B.x equals A.x plus A.w, D.y at least A.h, and legality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Reversing left/right geometry; stale contour segments; treating the tree as a netlist.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Produce the legal B-star packing. Next: sequence-pair permutations as another encoding.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B*-tree floorplan representation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B-star stores packing adjacency: left child sits right-of the parent; right child sits above on a contour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Root A at the origin</a:t>
            </a:r>
          </a:p>
        </p:txBody>
      </p:sp>
      <p:pic>
        <p:nvPicPr>
          <p:cNvPr id="3" name="Picture 2" descr="01-r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Root A at the origin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Left chain B→C→E</a:t>
            </a:r>
          </a:p>
        </p:txBody>
      </p:sp>
      <p:pic>
        <p:nvPicPr>
          <p:cNvPr id="3" name="Picture 2" descr="02-left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Left chain B→C→E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Right child D above A</a:t>
            </a:r>
          </a:p>
        </p:txBody>
      </p:sp>
      <p:pic>
        <p:nvPicPr>
          <p:cNvPr id="3" name="Picture 2" descr="03-right-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Right child D above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Full B* pack is legal</a:t>
            </a:r>
          </a:p>
        </p:txBody>
      </p:sp>
      <p:pic>
        <p:nvPicPr>
          <p:cNvPr id="3" name="Picture 2" descr="04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Full B* pack is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B* is compact and mutable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B* is compact and 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bstar-tree and Pack B*-tree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A at zero comma zero, B at x equals three, D above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Build the golden tree and contour-pack 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A at (0,0), B.x equals A.x plus A.w, D.y at least A.h, and legality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Reversing left/right geometry; stale contour segments; treating the tree as a netlist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Produce the legal B-star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sequence-pair permutations as another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bstar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