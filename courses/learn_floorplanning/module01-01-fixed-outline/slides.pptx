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Floorplanning on this course uses a fixed outline ten by eight. Modules A through E must pack inside—no growing the chip. In this lab you’ll reject illegal packings before you ever talk about density.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Modern floorplanning starts with a fixed outline. Ours is ten by eight—area eighty. Modules A through E must pack inside; growing the chip is not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bad seed places E at x equals nine with width two, so it sticks past the right edge. Legality fails immediately—E is outside the outline.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second failure mode: E sits on top of C. Edge-touching is fine; positive-area interior overlap is not. The checker reports C overlaps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golden packing keeps every block inside ten by eight with no overlaps. A sits at the origin; B, C, and E march right; D stacks above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optimize density or wirelength on an illegal packing. Fix containment and overlap first—then the metrics in the next lab mean something.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fixed-outline lab. Show the bad seed: E overflows past the right edge. Then show overlap, then golden. Watch legality flip from false to true when the golden packing 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Parse tiny_modules.json, assign (x, y), and implement containment plus pairwise non-overlap. On the golden packing, legality must pass; on the bad seed with E at nine, it must fail with E outside the outline.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Off-by-one edges, treating centers as rectangles, and celebrating density on illegal layouts. Edge-touching is allowed; interior overlap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a legal packing of A through E inside ten by eight. Quiz checks the overflow failure and the golden pass. Next: deadspace fifty-seven on this same instance.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Fixed-outline constraints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Floorplanning on this course uses a fixed outline ten by 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fixed outline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Fixed outline is 10×8</a:t>
            </a:r>
          </a:p>
        </p:txBody>
      </p:sp>
      <p:pic>
        <p:nvPicPr>
          <p:cNvPr id="3" name="Picture 2" descr="01-out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Fixed outline is 10×8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fixed outline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Bad pack: E overflows</a:t>
            </a:r>
          </a:p>
        </p:txBody>
      </p:sp>
      <p:pic>
        <p:nvPicPr>
          <p:cNvPr id="3" name="Picture 2" descr="02-bad-over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Bad pack: E overflows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fixed outline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Overlap is also illegal</a:t>
            </a:r>
          </a:p>
        </p:txBody>
      </p:sp>
      <p:pic>
        <p:nvPicPr>
          <p:cNvPr id="3" name="Picture 2" descr="03-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Overlap is also illegal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fixed outline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Golden pack is legal</a:t>
            </a:r>
          </a:p>
        </p:txBody>
      </p:sp>
      <p:pic>
        <p:nvPicPr>
          <p:cNvPr id="3" name="Picture 2" descr="04-gol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Golden pack is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fixed outline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Legality is the gate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Legality is the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fixed outline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the fixed-outline lab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Show the bad seed: E overflows past the right edge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Then show overlap, then golden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Watch legality flip from false to true when the golden packing loads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fixed outline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Parse tiny_modules.json, assign (x, y)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the golden packing, legality must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fixed outline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Off-by-one edges, treating centers as rectangles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Edge-touching is allowed; interior overlap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fixed outline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Get a legal packing of A through E inside ten by eight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Quiz checks the overflow failure and the golden pass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deadspace fifty-seven on this same instance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fixed outline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