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Hierarchy packs cluster AB on the left and cluster CDE on the right with x offset five. Local pack, then place clusters—legal overall with clusters separated in x.</a:t>
            </a:r>
          </a:p>
          <a:p/>
          <a:p>
            <a:r>
              <a:t>&lt;!-- algorithm-walkthrough --&gt;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Hierarchy packs locally first. Left cluster holds A and B; right cluster holds C, D, and E. Each cluster is a mini-floorplan.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 occupies the left side with A at the origin and B at x equals three. Everything in this cluster stays left of x equals five.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CDE packs in local coordinates, then shifts by five in x. C, D, and E all land at x greater than or equal to five—no cluster overlap.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Placing the two cluster bounding boxes yields a legal chip packing. Hierarchy scales: recurse inside clusters, then assemble.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level can use slicing, B-star, or SA. The teaching golden is simply AB left and CDE right at offset five.</a:t>
            </a:r>
          </a:p>
          <a:p/>
          <a:p>
            <a:r>
              <a:t>&lt;!-- /algorithm-walkthrough --&gt;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hierarchical-floorplan and Pack hierarchy. Confirm A and B have x less than five, C D E have x at least five, and legality true.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Implement pack_hierarchical. Assert leftMax x+w is at most rightMin x, five modules present, and legality true.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Overlapping cluster bounding boxes; forgetting the offset; applying different legality rules at each level.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Accept the AB | CDE packing. Next: assign pins P0 through P3 on all four outline sides.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</a:pPr>
            <a:r>
              <a:rPr sz="4000" b="1">
                <a:solidFill>
                  <a:srgbClr val="1A1A2E"/>
                </a:solidFill>
                <a:latin typeface="Calibri"/>
              </a:rPr>
              <a:t>Hierarchical floorplanning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</a:pPr>
            <a:r>
              <a:rPr sz="2600" b="0">
                <a:solidFill>
                  <a:srgbClr val="333333"/>
                </a:solidFill>
                <a:latin typeface="Calibri"/>
              </a:rPr>
              <a:t>Hierarchy packs cluster AB on the left and cluster CDE on the right with x offset five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01 hierarchical floorplan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Two clusters: AB and CDE</a:t>
            </a:r>
          </a:p>
        </p:txBody>
      </p:sp>
      <p:pic>
        <p:nvPicPr>
          <p:cNvPr id="3" name="Picture 2" descr="01-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24736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Two clusters: AB and CDE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01 hierarchical floorplan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Left cluster packs at x&lt;5</a:t>
            </a:r>
          </a:p>
        </p:txBody>
      </p:sp>
      <p:pic>
        <p:nvPicPr>
          <p:cNvPr id="3" name="Picture 2" descr="02-le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24736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Left cluster packs at x&lt;5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01 hierarchical floorplan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Right cluster offsets by 5</a:t>
            </a:r>
          </a:p>
        </p:txBody>
      </p:sp>
      <p:pic>
        <p:nvPicPr>
          <p:cNvPr id="3" name="Picture 2" descr="03-r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24736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Right cluster offsets by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01 hierarchical floorplan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Hierarchy is legal overall</a:t>
            </a:r>
          </a:p>
        </p:txBody>
      </p:sp>
      <p:pic>
        <p:nvPicPr>
          <p:cNvPr id="3" name="Picture 2" descr="04-leg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24736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Hierarchy is legal overall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01 hierarchical floorplan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Hierarchy reuses the same engines</a:t>
            </a:r>
          </a:p>
        </p:txBody>
      </p:sp>
      <p:pic>
        <p:nvPicPr>
          <p:cNvPr id="3" name="Picture 2" descr="05-takeaw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24736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Hierarchy reuses the same engines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01 hierarchical floorplan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Browser lab track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Open hierarchical-floorplan and Pack hierarchy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Confirm A and B have x less than five, C D E have x at least five, and legality true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01 hierarchical floorplan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Implement track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Implement pack_hierarchical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Assert leftMax x+w is at most rightMin x, five modules present, and legality true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01 hierarchical floorplan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Pitfalls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Overlapping cluster bounding boxes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01 hierarchical floorplan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Accept the AB | CDE packing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Next: assign pins P0 through P3 on all four outline sides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01 hierarchical floorplan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