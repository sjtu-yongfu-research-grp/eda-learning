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Large designs floorplan recursively: clusters become soft or hard regions, each with its own sub-floorplan, then compose into the chip outline. Hierarchy reuses the same packing ideas at every level and mirrors how partitioning and clustering fed you the blocks.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Pick a parent region inside the outline. Floorplan a subset of modules inside that region as if it were its own fixed outline. Place sibling regions, then recurse. Top-level deadspace still uses the chip outline area; local deadspace can be reported per region. Keep region outlines legal with respect to their parent.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**hierarchical-floorplan**. Load a two-level starter: a parent outline and two child groups. Pack inside each child, then place children in the parent. Inspect metrics at both levels. Then implement nested packing in Track 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Partition A–E into two groups. Floorplan each group into a sub-rectangle, then place those rectangles in the ten-by-eight outline. Verify no group overflows its region and regions don’t overlap. Report global deadspace.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Optimizing children while ignoring parent legality leaves you with beautiful sub-floorplans that don’t compose. Don’t double-count module area across levels. Align coordinates to a single global origin when composing.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Ship one hierarchical packing for the tiny instance. Next: assign I/O pins to the chip boundary.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0"/>
            <a:ext cx="11064240" cy="2743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spcAft>
                <a:spcPts val="400"/>
              </a:spcAft>
            </a:pPr>
            <a:r>
              <a:rPr sz="4000" b="1">
                <a:solidFill>
                  <a:srgbClr val="1A1A2E"/>
                </a:solidFill>
                <a:latin typeface="Calibri"/>
              </a:rPr>
              <a:t>Hierarchical floorplans</a:t>
            </a:r>
          </a:p>
          <a:p>
            <a:pPr algn="ctr">
              <a:lnSpc>
                <a:spcPts val="2200"/>
              </a:lnSpc>
              <a:spcBef>
                <a:spcPts val="1400"/>
              </a:spcBef>
            </a:pPr>
            <a:r>
              <a:rPr sz="2600" b="0">
                <a:solidFill>
                  <a:srgbClr val="333333"/>
                </a:solidFill>
                <a:latin typeface="Calibri"/>
              </a:rPr>
              <a:t>Large designs floorplan recursively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learn_floorplanning — 01 hierarchical floorplan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The idea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Pick a parent region inside the outline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Floorplan a subset of modules inside that region as if it were its own fixed outline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Place sibling regions, then recurse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Top-level deadspace still uses the chip outline area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Keep region outlines legal with respect to their parent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learn_floorplanning — 01 hierarchical floorplan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Browser lab track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Open </a:t>
            </a:r>
            <a:r>
              <a:rPr sz="2000" b="1">
                <a:solidFill>
                  <a:srgbClr val="333333"/>
                </a:solidFill>
                <a:latin typeface="Calibri"/>
              </a:rPr>
              <a:t>hierarchical-floorplan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Load a two-level starter: a parent outline and two child groups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Pack inside each child, then place children in the parent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Inspect metrics at both levels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Then implement nested packing in Track 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learn_floorplanning — 01 hierarchical floorplan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Implement track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Partition A–E into two groups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Floorplan each group into a sub-rectangle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Verify no group overflows its region and regions don’t overlap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Report global deadspace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learn_floorplanning — 01 hierarchical floorplan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Pitfalls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Optimizing children while ignoring parent legality leaves you with beautiful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Don’t double-count module area across levels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Align coordinates to a single global origin when composing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learn_floorplanning — 01 hierarchical floorplan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Your turn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Ship one hierarchical packing for the tiny instance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Next: assign I/O pins to the chip boundary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learn_floorplanning — 01 hierarchical floorplan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