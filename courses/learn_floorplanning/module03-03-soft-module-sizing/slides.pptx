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 modules have fixed width and height. Soft modules keep a fixed area but may change aspect ratio within bounds—minimum and maximum width over height. Floorplanning often sizes soft blocks while packing so the outline fills with less deadspace.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soft module A with area a, choose width w and set height to a over w, subject to aspect_min ≤ w/h ≤ aspect_max. Re-pack after each sizing move. On our starter, A is soft; B through E stay hard. Deadspace uses the same formula: outline area minus sum of areas—areas stay constant if only aspect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**soft-module-sizing**. Select module A, drag aspect within bounds, and watch the packing reshape under the fixed outline. Confirm area of A stays constant while density of the packing geometry changes. Then implement aspect moves in Track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Extend your packer so A’s (w, h) can vary under aspect constraints at constant area. Combine with a simple search—even greedy aspect tries help. Report legality and deadspace before and after. Reject sizes outside aspect bounds.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Using aspect limits on w/h but updating only w without fixing h = area/w breaks the area invariant. Allowing zero width is nonsense—enforce positive sizes. Soft sizing cannot fix an area budget that already exceeds the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Improve a legal packing by resizing A within bounds. Next: hard macros that refuse to move or resize.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Soft module sizing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Hard modules have fixed width and 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soft module A with area 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Re-pack after each sizing move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our starter, A is soft; B through E stay hard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Deadspace uses the same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soft-module-sizing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Select module A, drag aspect within bounds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area of A stays constant while density of the packing geometry changes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implement aspect moves in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Extend your packer so A’s (w, h) can vary under aspect constraints at constant area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Combine with a simple search, even greedy aspect tries help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legality and deadspace before and after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Reject sizes outside aspect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Using aspect limits on w/h but updating only w without fixing h = area/w breaks the area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Allowing zero width is nonsense, enforce positive sizes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Soft sizing cannot fix an area budget that already exceeds the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Improve a legal packing by resizing A within bounds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hard macros that refuse to move or resize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