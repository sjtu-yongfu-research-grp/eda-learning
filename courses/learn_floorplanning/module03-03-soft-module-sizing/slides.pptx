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 module A keeps area six but may reshape between aspect one half and two. Reshape three by two into two by three, then pack legally—still area six.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A is soft: area stays six, but aspect can move between one half and two. Hard modules B through E keep fixed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Reshape soft A to two by three—still area six. The soft packing moves neighbors so the outline stay 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reshape, the soft packing remains legal inside ten by eight. Softness is not a license to overflow—legality still gates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hard three-by-two golden with the soft two-by-three packing. Same area budget for A; different whitespace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 modules trade aspect for packing quality under area and aspect bounds. Always re-check legality after a resize.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soft-module-sizing. Show hard three-by-two, then Reshape A to two by three. Confirm area six and legality true on the soft packing.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resize_soft that preserves area, then pack. Assert soft A ends at two by three with area six and a legal outline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area when reshaping; ignoring aspect bounds; leaving hard modules soft by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 a legal soft packing with A at two by three. Next: fix macro D at the origin.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Soft module aspect sizing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Soft module A keeps area six but may reshape between aspect one half and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 is soft with area 6</a:t>
            </a:r>
          </a:p>
        </p:txBody>
      </p:sp>
      <p:pic>
        <p:nvPicPr>
          <p:cNvPr id="3" name="Picture 2" descr="01-soft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 is soft with area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Reshape A to 2×3</a:t>
            </a:r>
          </a:p>
        </p:txBody>
      </p:sp>
      <p:pic>
        <p:nvPicPr>
          <p:cNvPr id="3" name="Picture 2" descr="02-resh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Reshape A to 2×3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Soft packing stays legal</a:t>
            </a:r>
          </a:p>
        </p:txBody>
      </p:sp>
      <p:pic>
        <p:nvPicPr>
          <p:cNvPr id="3" name="Picture 2" descr="03-l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Soft packing stays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Hard vs soft views</a:t>
            </a:r>
          </a:p>
        </p:txBody>
      </p:sp>
      <p:pic>
        <p:nvPicPr>
          <p:cNvPr id="3" name="Picture 2" descr="04-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Hard vs soft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Softness is constrained freedom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24736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Softness is constrained freedom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soft-module-sizing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Show hard three-by-two, then Reshape A to two by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Confirm area six and legality true on the soft packing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resize_soft that preserves area, then pack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soft A ends at two by three with area six and a legal outline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area when reshaping; ignoring aspect bounds; leaving hard modules soft by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Accept a legal soft packing with A at two by three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fix macro D at the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03 soft module sizing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