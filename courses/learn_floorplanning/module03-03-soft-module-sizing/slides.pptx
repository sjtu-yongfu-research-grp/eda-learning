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Soft module A keeps area six but may reshape between aspect one half and two. Reshape three by two into two by three, then pack legally—still area six.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Soft sizing picks width and height for A under a fixed area and aspect bounds, then re-packs the hard modules around it.</a:t>
            </a:r>
          </a:p>
          <a:p/>
          <a:p>
            <a:r>
              <a:t>Open this module's examples file and find the Pseudocode section. That written sketch is what you implement on the implement track and what the browser challenges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 golden keeps A at three by two. Soft teaching pack uses two by three. Area stays six; deadspace shape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 A is soft: area stays six, but aspect can move between one half and two. Hard modules B through E keep fixed shapes.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Reshape soft A to two by three—still area six. The soft packing moves neighbors so the outline stay legal.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reshape, the soft packing remains legal inside ten by eight. Softness is not a license to overflow—legality still gates acceptance.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Compare the hard three-by-two golden with the soft two-by-three packing. Same area budget for A; different whitespace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Soft modules trade aspect for packing quality under area and aspect bounds. Always re-check legality after a resize.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soft-module-sizing. Show hard three-by-two, then Reshape A to two by three. Confirm area six and legality true on the soft packing.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Implement resize_soft that preserves area, then pack. Assert soft A ends at two by three with area six and a legal outline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Changing area when reshaping; ignoring aspect bounds; leaving hard modules soft by mistake.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Accept a legal soft packing with A at two by three. Next: fix macro D at the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Soft module aspect sizing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Soft module A keeps area six but may reshape between aspect one half and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soft module sizing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Pseudocode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Soft sizing picks width and height for A under a fixed area and aspect bounds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this module's examples file and find the Pseudocode section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That written sketch is what you implement on the implement track and what the browser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soft module sizing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Hard golden keeps A at three by two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Soft teaching pack uses two by three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Area stays six; deadspace shape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soft module sizing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Algorithm sketch — try these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INPUT: soft A area=6, aspect∈[0.5,2]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OUTPUT: (w,h) with w·h=area; pack rest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choose aspect; set w,h; re-pack / legalize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hard modules keep fixed w×h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GOLDEN hard A 3×2 vs soft A 2×3 pack</a:t>
            </a:r>
          </a:p>
          <a:p>
            <a:pPr>
              <a:lnSpc>
                <a:spcPts val="2200"/>
              </a:lnSpc>
              <a:spcAft>
                <a:spcPts val="400"/>
              </a:spcAft>
            </a:pPr>
            <a:r>
              <a:rPr sz="2000" b="0">
                <a:solidFill>
                  <a:srgbClr val="333333"/>
                </a:solidFill>
                <a:latin typeface="Consolas"/>
              </a:rPr>
              <a:t>both area 6; whitespace shape differs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soft module sizing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A is soft with area 6</a:t>
            </a:r>
          </a:p>
        </p:txBody>
      </p:sp>
      <p:pic>
        <p:nvPicPr>
          <p:cNvPr id="3" name="Picture 2" descr="01-soft-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 is soft with area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soft module sizing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Reshape A to 2×3</a:t>
            </a:r>
          </a:p>
        </p:txBody>
      </p:sp>
      <p:pic>
        <p:nvPicPr>
          <p:cNvPr id="3" name="Picture 2" descr="02-resh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Reshape A to 2×3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soft module sizing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Soft packing stays legal</a:t>
            </a:r>
          </a:p>
        </p:txBody>
      </p:sp>
      <p:pic>
        <p:nvPicPr>
          <p:cNvPr id="3" name="Picture 2" descr="03-le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Soft packing stays legal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soft module sizing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Hard vs soft views</a:t>
            </a:r>
          </a:p>
        </p:txBody>
      </p:sp>
      <p:pic>
        <p:nvPicPr>
          <p:cNvPr id="3" name="Picture 2" descr="04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Hard vs soft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soft module sizing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Softness is constrained freedom</a:t>
            </a:r>
          </a:p>
        </p:txBody>
      </p:sp>
      <p:pic>
        <p:nvPicPr>
          <p:cNvPr id="3" name="Picture 2" descr="05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9424736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Softness is constrained freedom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soft module sizing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Open soft-module-sizing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Show hard three-by-two, then Reshape A to two by three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Confirm area six and legality true on the soft packing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soft module sizing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Implement track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Implement resize_soft that preserves area, then pack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Assert soft A ends at two by three with area six and a legal outline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soft module sizing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Changing area when reshaping; ignoring aspect bounds; leaving hard modules soft by mistake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soft module sizing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Accept a legal soft packing with A at two by three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Next: fix macro D at the origin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learn_floorplanning — 03 soft module sizing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