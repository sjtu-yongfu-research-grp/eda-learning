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a legal packing in hand, score the whitespace. Module areas sum to twenty-three; the outline is eighty; deadspace is fifty-seven; density is zero point two eight seven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Deadspace pseudocode is arithmetic after legality. Sum module areas, subtract from outline area, and divide for density.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golden packing area is twenty-three, outline eighty, deadspace fifty-seven, density about zero point two eight seven five. Do not celebrate density on illegal packs.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the five module areas: A is six, B is six, C is four, D is three, E is four. That is twenty-three units of silicon that must fit in the outline.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times eight is eighty. That is the budget. Module area twenty-three leaves whitespace—deadspace—equal to fifty-seven.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Density is module area over outline area: twenty-three over eighty equals zero point two eight seven five. Whitespace fraction is zero point seven one two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golden legal packing these numbers are honest. On an overflow packing the area math still computes, but the floorplan is invalid—do not celebrate density on illegal layouts.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Habit: print module area, outline area, deadspace, and density with every packing. Representations later change geometry; this trio stays the scoreboard.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area-deadspace, load the golden packing, and read the metrics panel: module area twenty-three, outline eighty, deadspace fifty-seven, density zero point two eight seven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moduleAreaSum, outlineArea, deadspace, and density. Assert deadspace equals eighty minus twenty-three on the starter modules—independent of placement when sizes are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Reporting density on an illegal pack; mixing outline area with bounding-box area; forgetting soft A still contributes area six at three by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 the area trio on every run. Next lab builds a slicing polish whose bounding box is nine by three inside this outline.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Area, packing density, whitespace/deadspace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With a legal packing in hand, score the whitespace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Deadspace pseudocode is arithmetic after legality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Sum module areas, subtract from outline area, and divide for density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the golden packing area is twenty-three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celebrate density on illegal packs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outline W×H, modules areas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area_sum, deadspace, density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area_sum ← Σ w[m]·h[m]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deadspace ← W·H − area_sum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density ← area_sum / (W·H)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only report density on legal packs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GOLDEN: area=23; outline=80; dead=57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density=0.2875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Module areas sum to 23</a:t>
            </a:r>
          </a:p>
        </p:txBody>
      </p:sp>
      <p:pic>
        <p:nvPicPr>
          <p:cNvPr id="3" name="Picture 2" descr="01-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26224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Module areas sum to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Outline area is 80</a:t>
            </a:r>
          </a:p>
        </p:txBody>
      </p:sp>
      <p:pic>
        <p:nvPicPr>
          <p:cNvPr id="3" name="Picture 2" descr="02-outline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Outline area is 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Density is 0.2875</a:t>
            </a:r>
          </a:p>
        </p:txBody>
      </p:sp>
      <p:pic>
        <p:nvPicPr>
          <p:cNvPr id="3" name="Picture 2" descr="03-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Density is 0.2875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Metrics need a legal pack</a:t>
            </a:r>
          </a:p>
        </p:txBody>
      </p:sp>
      <p:pic>
        <p:nvPicPr>
          <p:cNvPr id="3" name="Picture 2" descr="04-legal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22248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Metrics need a legal pack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Report area trio every time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Report area trio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area-deadspace, load the golden packing, and read the metrics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moduleAreaSum, outlineArea, deadspace, and density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Assert deadspace equals eighty minus twenty-three on the starter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Reporting density on an illegal 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Print the area trio on every run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 lab builds a slicing polish whose bounding box is nine by three inside this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area deadspace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