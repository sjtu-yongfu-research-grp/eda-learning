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Macros are hard fixed rectangles. In macro mode, D is pinned at zero comma zero with macro true, size three by one. A stacks above; B, C, and E pack to the right—still legal.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free golden packing, D sits at zero comma two above A. Nothing is flagged as a hard macro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 mode pins hard block D at the origin and marks it macro true. Soft and standard cells must pack around that fixed rectangle.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stacks above D; B, C, and E fill to the right. The macro packing differs from the free golden—D no longer sits at zero comma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Despite the fixed block, the packing stays legal: no overflow, no overlaps. Fixed macros constrain search but do not excuse illegality.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Industrial flows often place large macros before standard cells. Treat fixed rectangles as hard constraints, then optimize the rest.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macro-placement. Compare free golden D at zero comma two with Place macros: D at zero comma zero. Confirm legality and the macro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Fix D, pack the rest, assert D at (0,0), D.macro true, and is_legal_packing true. Note the free golden differs.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Moving macros after fixing them; shrinking macro size; allowing overlaps against the fixed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the legal macro packing. Next: hierarchical AB left and CDE right at offset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Hard macro / fixed-block placement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Macros are hard fixed rectangles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Free golden has movable D</a:t>
            </a:r>
          </a:p>
        </p:txBody>
      </p:sp>
      <p:pic>
        <p:nvPicPr>
          <p:cNvPr id="3" name="Picture 2" descr="01-f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Free golden has movable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Fix macro D at (0,0)</a:t>
            </a:r>
          </a:p>
        </p:txBody>
      </p:sp>
      <p:pic>
        <p:nvPicPr>
          <p:cNvPr id="3" name="Picture 2" descr="02-fix-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Fix macro D at (0,0)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Pack A–E around the macro</a:t>
            </a:r>
          </a:p>
        </p:txBody>
      </p:sp>
      <p:pic>
        <p:nvPicPr>
          <p:cNvPr id="3" name="Picture 2" descr="03-pack-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Pack A–E around the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Macro packing is legal</a:t>
            </a:r>
          </a:p>
        </p:txBody>
      </p:sp>
      <p:pic>
        <p:nvPicPr>
          <p:cNvPr id="3" name="Picture 2" descr="04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Macro packing is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Macros first, then cells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Macros first, then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macro-placement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Compare free golden D at zero comma two with Place macros: D at zero comma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legality and the macro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Fix D, pack the rest, assert D at (0,0), D.macro true, and is_legal_packing true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Note the free golden differs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Moving macros after fixing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the legal macro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hierarchical AB left and CDE right at offset five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macro placement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