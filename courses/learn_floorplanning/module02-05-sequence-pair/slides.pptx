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pair uses positive permutation A B C E D and negative D A B C E. Longest-path packing from left-of and below constraints places all five modules legally.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Sequence-pair pseudocode turns two permutations into horizontal and vertical constraints, then longest-path packs x and y.</a:t>
            </a:r>
          </a:p>
          <a:p/>
          <a:p>
            <a:r>
              <a:t>Open this module's examples file and find the Pseudocode section. That written sketch is what you implement on the implement track and what the browser challenges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Golden pos is A B C E D and neg is D A B C E. Evaluation must place all five modules legally with non-negative coordinates.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pair uses a positive and a negative permutation of the same modules. Ours are pos A B C E D and neg D A B C E—five ids each, same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i is left of j when i appears before j in both sequences. Longest-path packing pushes each block as far left as those constraints allow.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i is below j when i precedes j in pos but follows in neg. That fills y coordinates without overlaps for a feasible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Evaluating the golden sequences places all five modules with non-negative coordinates and a legal packing inside the outline.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Annealing on sequence pair swaps or rotates entries in pos and neg. Feasibility stays geometric; cost can be deadspace plus wirelength.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sequence-pair and Pack sequence pair. Confirm five modules, non-negative coordinates, and legality true on the golden permutations.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 longest-path SP packing. Assert pos and neg are the same five ids, and the golden pair packs legally.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Mismatched id sets between pos and neg; swapping the horizontal/vertical rules; negative coordinates from a buggy DP.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Pack the golden sequences legally. Next: simulated annealing that prefers legal low-cost neighbors.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Sequence-pair representation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Sequence pair uses positive permutation A B C E D and negative D A B C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Sequence-pair pseudocode turns two permutations into horizontal and vertical constraints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this module's examples file and find the Pseudocode section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 written sketch is what you implement on the implement track and what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Golden pos is A B C E D and neg is D A B C 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Evaluation must place all five modules legally with non-negative coordinates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INPUT: pos[], neg[] permutations of modules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OUTPUT: (x,y) via constraint longest paths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pos/neg order ⇒ horizontal &amp; vertical constraints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x ← longest path in H-graph; y ← V-graph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GOLDEN pos=A B C E D; neg=D A B C E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packs legally with non-negative coords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Two permutations encode geometry</a:t>
            </a:r>
          </a:p>
        </p:txBody>
      </p:sp>
      <p:pic>
        <p:nvPicPr>
          <p:cNvPr id="3" name="Picture 2" descr="01-seq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Two permutations encode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Horizontal constraints set x</a:t>
            </a:r>
          </a:p>
        </p:txBody>
      </p:sp>
      <p:pic>
        <p:nvPicPr>
          <p:cNvPr id="3" name="Picture 2" descr="02-h-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Horizontal constraints set 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Vertical constraints set y</a:t>
            </a:r>
          </a:p>
        </p:txBody>
      </p:sp>
      <p:pic>
        <p:nvPicPr>
          <p:cNvPr id="3" name="Picture 2" descr="03-v-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Vertical constraints set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Golden SP packs legally</a:t>
            </a:r>
          </a:p>
        </p:txBody>
      </p:sp>
      <p:pic>
        <p:nvPicPr>
          <p:cNvPr id="3" name="Picture 2" descr="04-l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Golden SP packs legally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SP neighbors are permutation moves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SP neighbors are permutation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sequence-pair and Pack sequence pair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five modules, non-negative coordinates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longest-path SP packing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Assert pos and neg are the same five ids, and the golden pair packs legally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Mismatched id sets between pos and neg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Pack the golden sequences legally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Next: simulated annealing that prefers legal low-cost neighbors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