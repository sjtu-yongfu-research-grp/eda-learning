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sequence pair is two permutations of the modules—often called the positive and negative sequences, Γ-plus and Γ-minus. Together they encode relative left-right and above-below order. From the pair you can pack coordinates with longest-path style constraints on a constraint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module A appears before B in both sequences, A is left of B. If A appears before B in Γ-plus but after B in Γ-minus, A is above B—under the standard Murata interpretation. Horizontal and vertical constraint graphs yield x and y via longest paths. Soft sizing and rotation can be layered on later; first get hard rectangles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**sequence-pair**. Load starter Γ-plus and Γ-minus. Highlight one pair of modules and read the implied relation—left-of or above. Pack and inspect deadspace under the fixed outline. Swap two symbols in one sequence and watch relations flip. Then implement packing from sequences in Track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 Γ-plus and Γ-minus as lists of module ids. Build constraint edges, compute coordinates, and check legality on the ten-by-eight outline. Report deadspace. Keep permutations as permutations—no duplicate ids. Deterministic packing helps goldens.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Mixing up which sequence pair condition means “left of” versus “above” yields mirrored nonsense. Forgetting transitive longest-path compaction leaves unnecessary whitespace. And sequence pairs can encode non-slicing packings—don’t force a slicing tree interpretation onto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Pack A–E from a sequence pair and verify legality. Next you’ll search the space of representations with simulated annealing.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Sequence pairs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A sequence pair is two permutations of the modules, often called the positive and negative sequences, Γ-plus and Γ-minus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module A appears before B in both sequences, A is left of B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If A appears before B in Γ-plus but after B in Γ-minus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Horizontal and vertical constraint graphs yield x and y via longest paths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Soft sizing and rotation can be layered on later; first get hard rectangles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</a:t>
            </a:r>
            <a:r>
              <a:rPr sz="2000" b="1">
                <a:solidFill>
                  <a:srgbClr val="333333"/>
                </a:solidFill>
                <a:latin typeface="Calibri"/>
              </a:rPr>
              <a:t>sequence-pair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Load starter Γ-plus and Γ-minus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Highlight one pair of modules and read the implied relation, left-of or above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Pack and inspect deadspace under the fixed outline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Swap two symbols in one sequence and watch relations flip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Then implement packing from sequences in Track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Represent Γ-plus and Γ-minus as lists of module ids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Build constraint edges, compute coordinates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Report deadspace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Keep permutations as permutations, no duplicate ids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Deterministic packing helps goldens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Mixing up which sequence pair condition means “left of” versus “above” yields mirrored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Forgetting transitive longest-path compaction leaves unnecessary whitespace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sequence pairs can encode non-slicing packings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Pack A–E from a sequence pair and verify legality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 you’ll search the space of representations with simulated annealing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05 sequence pair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