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Sequence pair uses positive permutation A B C E D and negative D A B C E. Longest-path packing from left-of and below constraints places all five modules legally.</a:t>
            </a:r>
          </a:p>
          <a:p/>
          <a:p>
            <a:r>
              <a:t>&lt;!-- 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Sequence pair uses a positive and a negative permutation of the same modules. Ours are pos A B C E D and neg D A B C E—five ids each, same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i is left of j when i appears before j in both sequences. Longest-path packing pushes each block as far left as those constraints allow.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i is below j when i precedes j in pos but follows in neg. That fills y coordinates without overlaps for a feasible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Evaluating the golden sequences places all five modules with non-negative coordinates and a legal packing inside the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Annealing on sequence pair swaps or rotates entries in pos and neg. Feasibility stays geometric; cost can be deadspace plus wirelength.</a:t>
            </a:r>
          </a:p>
          <a:p/>
          <a:p>
            <a:r>
              <a:t>&lt;!-- /algorithm-walkthrough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sequence-pair and Pack sequence pair. Confirm five modules, non-negative coordinates, and legality true on the golden permutations.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longest-path SP packing. Assert pos and neg are the same five ids, and the golden pair packs legally.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Mismatched id sets between pos and neg; swapping the horizontal/vertical rules; negative coordinates from a buggy DP.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 the golden sequences legally. Next: simulated annealing that prefers legal low-cost neighbors.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Sequence-pair representation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Sequence pair uses positive permutation A B C E D and negative D A B C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sequence pair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permutations encode geometry</a:t>
            </a:r>
          </a:p>
        </p:txBody>
      </p:sp>
      <p:pic>
        <p:nvPicPr>
          <p:cNvPr id="3" name="Picture 2" descr="01-seq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Two permutations encode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sequence pair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Horizontal constraints set x</a:t>
            </a:r>
          </a:p>
        </p:txBody>
      </p:sp>
      <p:pic>
        <p:nvPicPr>
          <p:cNvPr id="3" name="Picture 2" descr="02-h-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Horizontal constraints set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sequence pair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Vertical constraints set y</a:t>
            </a:r>
          </a:p>
        </p:txBody>
      </p:sp>
      <p:pic>
        <p:nvPicPr>
          <p:cNvPr id="3" name="Picture 2" descr="03-v-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Vertical constraints set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sequence pair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 SP packs legally</a:t>
            </a:r>
          </a:p>
        </p:txBody>
      </p:sp>
      <p:pic>
        <p:nvPicPr>
          <p:cNvPr id="3" name="Picture 2" descr="04-le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 SP packs legally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sequence pair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 neighbors are permutation moves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 neighbors are permutation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sequence pair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sequence-pair and Pack sequence pair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five modules, non-negative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sequence pair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longest-path SP packing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pos and neg are the same five ids, and the golden pair packs legally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sequence pair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Mismatched id sets between pos and neg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sequence pair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Pack the golden sequences legally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simulated annealing that prefers legal low-cost neighbors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05 sequence pair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