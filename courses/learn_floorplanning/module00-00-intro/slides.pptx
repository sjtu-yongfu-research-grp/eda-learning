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After clustering and partitioning, physical design asks a geometric question: how do we pack blocks into a fixed chip outline? That is floorplanning. This course teaches fixed-outline packing, classic representations, and search—as full implementations on tiny modules—so placement and legalization make sense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You’ll start with outline legality, area, density, and deadspace. Then slicing trees and polish expressions, B*-trees, and sequence pairs. Simulated annealing searches those encodings. Soft modules change aspect; hard macros stay fixed; hierarchy nests sub-floorplans; pins land on chip edges. One idea per lab. Complete and correct on scoped instances—not a production P&amp;R engine.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 folders use hierarchical ids: section, then algorithm slot—like module two dash zero three for B*-tree. Odd slots leave room for inserts. Treat published ids as stable keys; display order lives in the module index.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lab offers Track A—implement packing and metrics on tiny modules—and Track B—browser labs for visual intuition when shipped. A good rhythm is browser first for the geometry, then implement to harden it. Intro and wrap have no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each README for outcomes, pick a track—or both—then work the checklist. Keep legality, deadspace, and density as your habit. When this intro checklist is done, continue to fixed-outline constraints—the gate every later packing must pass.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</a:pPr>
            <a:r>
              <a:rPr sz="4000" b="1">
                <a:solidFill>
                  <a:srgbClr val="1A1A2E"/>
                </a:solidFill>
                <a:latin typeface="Calibri"/>
              </a:rPr>
              <a:t>Welcome to floorplanning for EDA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</a:pPr>
            <a:r>
              <a:rPr sz="2600" b="0">
                <a:solidFill>
                  <a:srgbClr val="333333"/>
                </a:solidFill>
                <a:latin typeface="Calibri"/>
              </a:rPr>
              <a:t>After clustering and partitioning, physical design asks a geometric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00 intro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What you’ll build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You’ll start with outline legality, area, density, and deadspace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Then slicing trees and polish expressions, B*-trees, and sequence pairs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Simulated annealing searches those encodings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Soft modules change aspect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One idea per lab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Complete and correct on scoped instances, not a production P&amp;R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00 intro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Stable module ids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Module folders use hierarchical ids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Odd slots leave room for inserts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Treat published ids as stable keys; display order lives in the module index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00 intro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Two tracks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Every lab offers Track A, implement packing and metrics on tiny modules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A good rhythm is browser first for the geometry, then implement to harden it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Intro and wrap have no lab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00 intro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How to move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Read each README for outcomes, pick a track, or both, then work the checklist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Keep legality, deadspace, and density as your habit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When this intro checklist is done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00 intro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