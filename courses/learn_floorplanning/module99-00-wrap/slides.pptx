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walked the floorplanning path—from fixed outlines and deadspace, through slicing, B*-tree, and sequence-pair encodings, into simulated annealing, soft sizing, macros, hierarchy, and pin assignment, plus an offline compare habit. This wrap names what you can do now and where to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pack modules under a W by H outline and prove legality. You can compute deadspace as outline area minus the sum of module areas. You can encode packings three classic ways, search with annealing moves, size soft blocks, respect hard macros, nest sub-floorplans, and assign boundary pins. You are building algorithm literacy—not shipping a foundry floorplanner.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watched browser labs, finish at least one full implementation in foundations and one representation plus SA. If you mainly coded, re-open visual labs for packing intuition. Clustering and partitioning as prereqs should already feel connected: groups and cuts became shapes and whitespace.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next steps are learn_placement—spreading standard cells under the floorplan—and learn_legalization—snapping to rows and sites without overlap. Keep your tiny_modules harness; placement courses reuse outline thinking. Mentally bookmark clustering and partitioning as the path you already finished into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Name three representations and one strength each. Say how deadspace is computed. When you’re ready, take the short quiz, then open learn_placement or learn_legalization.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Floorplanning path complete</a:t>
            </a:r>
          </a:p>
          <a:p>
            <a:pPr algn="ctr">
              <a:lnSpc>
                <a:spcPts val="2200"/>
              </a:lnSpc>
              <a:spcBef>
                <a:spcPts val="1400"/>
              </a:spcBef>
            </a:pPr>
            <a:r>
              <a:rPr sz="2600" b="0">
                <a:solidFill>
                  <a:srgbClr val="333333"/>
                </a:solidFill>
                <a:latin typeface="Calibri"/>
              </a:rPr>
              <a:t>You’ve walked the floorplanning path, from fixed outlines and deadspace, through slicing, B*-tree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00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pack modules under a W by H outline and prove legality</a:t>
            </a:r>
          </a:p>
          <a:p>
            <a:pPr lvl="0" marL="457200" indent="-228600">
              <a:buFont typeface="Calibri"/>
              <a:spcAft>
                <a:spcPts val="1000"/>
              </a:spcAft>
              <a:buSzPct val="100000"/>
              <a:buChar char="•"/>
              <a:lnSpc>
                <a:spcPts val="2200"/>
              </a:lnSpc>
            </a:pPr>
            <a:r>
              <a:rPr sz="2000" b="0">
                <a:solidFill>
                  <a:srgbClr val="333333"/>
                </a:solidFill>
                <a:latin typeface="Calibri"/>
              </a:rPr>
              <a:t>You can compute deadspace as outline area minus the sum of module areas</a:t>
            </a:r>
          </a:p>
          <a:p>
            <a:pPr lvl="0" marL="457200" indent="-228600">
              <a:buFont typeface="Calibri"/>
              <a:spcAft>
                <a:spcPts val="1000"/>
              </a:spcAft>
              <a:buSzPct val="100000"/>
              <a:buChar char="•"/>
              <a:lnSpc>
                <a:spcPts val="2200"/>
              </a:lnSpc>
            </a:pPr>
            <a:r>
              <a:rPr sz="2000" b="0">
                <a:solidFill>
                  <a:srgbClr val="333333"/>
                </a:solidFill>
                <a:latin typeface="Calibri"/>
              </a:rPr>
              <a:t>Assign boundary pins</a:t>
            </a:r>
          </a:p>
          <a:p>
            <a:pPr lvl="0" marL="457200" indent="-228600">
              <a:buFont typeface="Calibri"/>
              <a:spcAft>
                <a:spcPts val="1000"/>
              </a:spcAft>
              <a:buSzPct val="100000"/>
              <a:buChar char="•"/>
              <a:lnSpc>
                <a:spcPts val="2200"/>
              </a:lnSpc>
            </a:pPr>
            <a:r>
              <a:rPr sz="2000" b="0">
                <a:solidFill>
                  <a:srgbClr val="333333"/>
                </a:solidFill>
                <a:latin typeface="Calibri"/>
              </a:rPr>
              <a:t>You are building algorithm literacy, not shipping a foundry floorplanner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00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watched browser labs</a:t>
            </a:r>
          </a:p>
          <a:p>
            <a:pPr lvl="0" marL="457200" indent="-228600">
              <a:buFont typeface="Calibri"/>
              <a:spcAft>
                <a:spcPts val="1000"/>
              </a:spcAft>
              <a:buSzPct val="100000"/>
              <a:buChar char="•"/>
              <a:lnSpc>
                <a:spcPts val="2200"/>
              </a:lnSpc>
            </a:pPr>
            <a:r>
              <a:rPr sz="2000" b="0">
                <a:solidFill>
                  <a:srgbClr val="333333"/>
                </a:solidFill>
                <a:latin typeface="Calibri"/>
              </a:rPr>
              <a:t>If you mainly coded, re-open visual labs for packing intuition</a:t>
            </a:r>
          </a:p>
          <a:p>
            <a:pPr lvl="0" marL="457200" indent="-228600">
              <a:buFont typeface="Calibri"/>
              <a:spcAft>
                <a:spcPts val="1000"/>
              </a:spcAft>
              <a:buSzPct val="100000"/>
              <a:buChar char="•"/>
              <a:lnSpc>
                <a:spcPts val="2200"/>
              </a:lnSpc>
            </a:pPr>
            <a:r>
              <a:rPr sz="2000" b="0">
                <a:solidFill>
                  <a:srgbClr val="333333"/>
                </a:solidFill>
                <a:latin typeface="Calibri"/>
              </a:rPr>
              <a:t>Clustering and partitioning as prereqs should already feel connected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00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Natural next steps are learn_placement, spreading standard cells under the floorplan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00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a:t>
            </a:r>
          </a:p>
          <a:p>
            <a:pPr lvl="0" marL="457200" indent="-228600">
              <a:buFont typeface="Calibri"/>
              <a:spcAft>
                <a:spcPts val="1000"/>
              </a:spcAft>
              <a:buSzPct val="100000"/>
              <a:buChar char="•"/>
              <a:lnSpc>
                <a:spcPts val="2200"/>
              </a:lnSpc>
            </a:pPr>
            <a:r>
              <a:rPr sz="2000" b="0">
                <a:solidFill>
                  <a:srgbClr val="333333"/>
                </a:solidFill>
                <a:latin typeface="Calibri"/>
              </a:rPr>
              <a:t>Name three representations and one strength each</a:t>
            </a:r>
          </a:p>
          <a:p>
            <a:pPr lvl="0" marL="457200" indent="-228600">
              <a:buFont typeface="Calibri"/>
              <a:spcAft>
                <a:spcPts val="1000"/>
              </a:spcAft>
              <a:buSzPct val="100000"/>
              <a:buChar char="•"/>
              <a:lnSpc>
                <a:spcPts val="2200"/>
              </a:lnSpc>
            </a:pPr>
            <a:r>
              <a:rPr sz="2000" b="0">
                <a:solidFill>
                  <a:srgbClr val="333333"/>
                </a:solidFill>
                <a:latin typeface="Calibri"/>
              </a:rPr>
              <a:t>Say how deadspace is computed</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open learn_placement or learn_legalization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00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